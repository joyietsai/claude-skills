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81" r:id="rId5"/>
    <p:sldId id="276" r:id="rId6"/>
    <p:sldId id="272" r:id="rId7"/>
    <p:sldId id="269" r:id="rId8"/>
    <p:sldId id="262" r:id="rId9"/>
    <p:sldId id="270" r:id="rId10"/>
    <p:sldId id="266" r:id="rId11"/>
    <p:sldId id="264" r:id="rId12"/>
    <p:sldId id="267" r:id="rId13"/>
    <p:sldId id="268" r:id="rId14"/>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6E6"/>
    <a:srgbClr val="B4B4B4"/>
    <a:srgbClr val="0D63BA"/>
    <a:srgbClr val="0B53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52"/>
    <p:restoredTop sz="96327"/>
  </p:normalViewPr>
  <p:slideViewPr>
    <p:cSldViewPr snapToGrid="0" snapToObjects="1">
      <p:cViewPr varScale="1">
        <p:scale>
          <a:sx n="123" d="100"/>
          <a:sy n="123" d="100"/>
        </p:scale>
        <p:origin x="1040" y="184"/>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AA822-930B-B14A-9136-E459AE8DD6D1}" type="datetimeFigureOut">
              <a:rPr lang="en-TW" smtClean="0"/>
              <a:t>8/5/26</a:t>
            </a:fld>
            <a:endParaRPr lang="en-T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351D7-4280-7045-8EE4-A0759BA8544D}" type="slidenum">
              <a:rPr lang="en-TW" smtClean="0"/>
              <a:t>‹#›</a:t>
            </a:fld>
            <a:endParaRPr lang="en-TW"/>
          </a:p>
        </p:txBody>
      </p:sp>
    </p:spTree>
    <p:extLst>
      <p:ext uri="{BB962C8B-B14F-4D97-AF65-F5344CB8AC3E}">
        <p14:creationId xmlns:p14="http://schemas.microsoft.com/office/powerpoint/2010/main" val="281204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0B539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2CFED0-01B7-2B48-BCF1-018D6578A086}"/>
              </a:ext>
            </a:extLst>
          </p:cNvPr>
          <p:cNvSpPr/>
          <p:nvPr userDrawn="1"/>
        </p:nvSpPr>
        <p:spPr>
          <a:xfrm>
            <a:off x="11557380" y="6198954"/>
            <a:ext cx="468923" cy="480646"/>
          </a:xfrm>
          <a:prstGeom prst="rect">
            <a:avLst/>
          </a:prstGeom>
          <a:solidFill>
            <a:srgbClr val="0B53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latin typeface="Segoe UI" panose="020B0502040204020203" pitchFamily="34" charset="0"/>
              <a:cs typeface="Segoe UI" panose="020B0502040204020203" pitchFamily="34" charset="0"/>
            </a:endParaRPr>
          </a:p>
        </p:txBody>
      </p:sp>
      <p:sp>
        <p:nvSpPr>
          <p:cNvPr id="7" name="Rectangle: Rounded Corners 2">
            <a:extLst>
              <a:ext uri="{FF2B5EF4-FFF2-40B4-BE49-F238E27FC236}">
                <a16:creationId xmlns:a16="http://schemas.microsoft.com/office/drawing/2014/main" id="{CCE2E096-11BB-1E41-A519-D426FDF66521}"/>
              </a:ext>
            </a:extLst>
          </p:cNvPr>
          <p:cNvSpPr/>
          <p:nvPr userDrawn="1"/>
        </p:nvSpPr>
        <p:spPr>
          <a:xfrm rot="10800000">
            <a:off x="0" y="0"/>
            <a:ext cx="12192000" cy="4604480"/>
          </a:xfrm>
          <a:prstGeom prst="roundRect">
            <a:avLst>
              <a:gd name="adj" fmla="val 0"/>
            </a:avLst>
          </a:prstGeom>
          <a:gradFill>
            <a:gsLst>
              <a:gs pos="0">
                <a:srgbClr val="0B539D"/>
              </a:gs>
              <a:gs pos="81000">
                <a:srgbClr val="13182C"/>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1" fontAlgn="auto" hangingPunct="1">
              <a:spcBef>
                <a:spcPts val="0"/>
              </a:spcBef>
              <a:spcAft>
                <a:spcPts val="0"/>
              </a:spcAft>
              <a:defRPr/>
            </a:pPr>
            <a:endParaRPr lang="id-ID"/>
          </a:p>
        </p:txBody>
      </p:sp>
      <p:sp>
        <p:nvSpPr>
          <p:cNvPr id="8" name="Hexagon 7">
            <a:extLst>
              <a:ext uri="{FF2B5EF4-FFF2-40B4-BE49-F238E27FC236}">
                <a16:creationId xmlns:a16="http://schemas.microsoft.com/office/drawing/2014/main" id="{11F775C3-18C3-6543-B1CE-8AB550FFBBA2}"/>
              </a:ext>
            </a:extLst>
          </p:cNvPr>
          <p:cNvSpPr/>
          <p:nvPr userDrawn="1"/>
        </p:nvSpPr>
        <p:spPr>
          <a:xfrm rot="20352135">
            <a:off x="7288949" y="-1801562"/>
            <a:ext cx="5613241" cy="4839001"/>
          </a:xfrm>
          <a:prstGeom prst="hexagon">
            <a:avLst/>
          </a:prstGeom>
          <a:solidFill>
            <a:schemeClr val="bg1">
              <a:alpha val="44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pic>
        <p:nvPicPr>
          <p:cNvPr id="9" name="Picture 8">
            <a:extLst>
              <a:ext uri="{FF2B5EF4-FFF2-40B4-BE49-F238E27FC236}">
                <a16:creationId xmlns:a16="http://schemas.microsoft.com/office/drawing/2014/main" id="{FB02CA23-9EB8-7143-9A76-59BEECDA5894}"/>
              </a:ext>
            </a:extLst>
          </p:cNvPr>
          <p:cNvPicPr>
            <a:picLocks noChangeAspect="1"/>
          </p:cNvPicPr>
          <p:nvPr userDrawn="1"/>
        </p:nvPicPr>
        <p:blipFill>
          <a:blip r:embed="rId2"/>
          <a:stretch>
            <a:fillRect/>
          </a:stretch>
        </p:blipFill>
        <p:spPr>
          <a:xfrm rot="5400000">
            <a:off x="9217794" y="3992433"/>
            <a:ext cx="1968498" cy="3830420"/>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9CC8D099-C7EA-2744-8495-5CFEE81B64CD}"/>
              </a:ext>
            </a:extLst>
          </p:cNvPr>
          <p:cNvPicPr>
            <a:picLocks noChangeAspect="1"/>
          </p:cNvPicPr>
          <p:nvPr userDrawn="1"/>
        </p:nvPicPr>
        <p:blipFill rotWithShape="1">
          <a:blip r:embed="rId3">
            <a:alphaModFix amt="84000"/>
            <a:extLst>
              <a:ext uri="{28A0092B-C50C-407E-A947-70E740481C1C}">
                <a14:useLocalDpi xmlns:a14="http://schemas.microsoft.com/office/drawing/2010/main" val="0"/>
              </a:ext>
            </a:extLst>
          </a:blip>
          <a:srcRect l="-1" t="45378" r="20182" b="1"/>
          <a:stretch/>
        </p:blipFill>
        <p:spPr>
          <a:xfrm rot="5400000">
            <a:off x="10285480" y="4951480"/>
            <a:ext cx="2069575" cy="1743464"/>
          </a:xfrm>
          <a:prstGeom prst="rect">
            <a:avLst/>
          </a:prstGeom>
        </p:spPr>
      </p:pic>
      <p:sp>
        <p:nvSpPr>
          <p:cNvPr id="11" name="Hexagon 10">
            <a:extLst>
              <a:ext uri="{FF2B5EF4-FFF2-40B4-BE49-F238E27FC236}">
                <a16:creationId xmlns:a16="http://schemas.microsoft.com/office/drawing/2014/main" id="{7E314CCB-E6AC-E949-ABA8-3ACE5C4786DB}"/>
              </a:ext>
            </a:extLst>
          </p:cNvPr>
          <p:cNvSpPr/>
          <p:nvPr userDrawn="1"/>
        </p:nvSpPr>
        <p:spPr>
          <a:xfrm rot="20441900">
            <a:off x="4105511" y="4646702"/>
            <a:ext cx="2909426" cy="2508126"/>
          </a:xfrm>
          <a:prstGeom prst="hexagon">
            <a:avLst/>
          </a:prstGeom>
          <a:solidFill>
            <a:schemeClr val="bg1">
              <a:alpha val="44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pic>
        <p:nvPicPr>
          <p:cNvPr id="12" name="Picture 11">
            <a:extLst>
              <a:ext uri="{FF2B5EF4-FFF2-40B4-BE49-F238E27FC236}">
                <a16:creationId xmlns:a16="http://schemas.microsoft.com/office/drawing/2014/main" id="{9924A9B1-14FB-EA48-A1E9-3297908029C9}"/>
              </a:ext>
            </a:extLst>
          </p:cNvPr>
          <p:cNvPicPr>
            <a:picLocks noChangeAspect="1"/>
          </p:cNvPicPr>
          <p:nvPr userDrawn="1"/>
        </p:nvPicPr>
        <p:blipFill>
          <a:blip r:embed="rId4"/>
          <a:stretch>
            <a:fillRect/>
          </a:stretch>
        </p:blipFill>
        <p:spPr>
          <a:xfrm rot="16200000">
            <a:off x="460169" y="3917938"/>
            <a:ext cx="2489086" cy="3409422"/>
          </a:xfrm>
          <a:prstGeom prst="rect">
            <a:avLst/>
          </a:prstGeom>
        </p:spPr>
      </p:pic>
      <p:pic>
        <p:nvPicPr>
          <p:cNvPr id="13" name="Picture 12">
            <a:extLst>
              <a:ext uri="{FF2B5EF4-FFF2-40B4-BE49-F238E27FC236}">
                <a16:creationId xmlns:a16="http://schemas.microsoft.com/office/drawing/2014/main" id="{E385F8FA-00CD-4244-86D9-E6E09DF2B20C}"/>
              </a:ext>
            </a:extLst>
          </p:cNvPr>
          <p:cNvPicPr>
            <a:picLocks noChangeAspect="1"/>
          </p:cNvPicPr>
          <p:nvPr userDrawn="1"/>
        </p:nvPicPr>
        <p:blipFill>
          <a:blip r:embed="rId5"/>
          <a:stretch>
            <a:fillRect/>
          </a:stretch>
        </p:blipFill>
        <p:spPr>
          <a:xfrm rot="10800000">
            <a:off x="10922760" y="2923668"/>
            <a:ext cx="1269241" cy="1815783"/>
          </a:xfrm>
          <a:prstGeom prst="rect">
            <a:avLst/>
          </a:prstGeom>
        </p:spPr>
      </p:pic>
      <p:pic>
        <p:nvPicPr>
          <p:cNvPr id="14" name="Picture 13">
            <a:extLst>
              <a:ext uri="{FF2B5EF4-FFF2-40B4-BE49-F238E27FC236}">
                <a16:creationId xmlns:a16="http://schemas.microsoft.com/office/drawing/2014/main" id="{CC53405B-4CF8-0C4F-9E45-F3A92282DFCF}"/>
              </a:ext>
            </a:extLst>
          </p:cNvPr>
          <p:cNvPicPr>
            <a:picLocks noChangeAspect="1"/>
          </p:cNvPicPr>
          <p:nvPr userDrawn="1"/>
        </p:nvPicPr>
        <p:blipFill>
          <a:blip r:embed="rId5"/>
          <a:stretch>
            <a:fillRect/>
          </a:stretch>
        </p:blipFill>
        <p:spPr>
          <a:xfrm rot="16200000">
            <a:off x="6465179" y="5349379"/>
            <a:ext cx="1269241" cy="1815783"/>
          </a:xfrm>
          <a:prstGeom prst="rect">
            <a:avLst/>
          </a:prstGeom>
        </p:spPr>
      </p:pic>
      <p:sp>
        <p:nvSpPr>
          <p:cNvPr id="2" name="Title 1">
            <a:extLst>
              <a:ext uri="{FF2B5EF4-FFF2-40B4-BE49-F238E27FC236}">
                <a16:creationId xmlns:a16="http://schemas.microsoft.com/office/drawing/2014/main" id="{4C331FA3-C512-C148-AAAF-1AC86B16590B}"/>
              </a:ext>
            </a:extLst>
          </p:cNvPr>
          <p:cNvSpPr>
            <a:spLocks noGrp="1"/>
          </p:cNvSpPr>
          <p:nvPr>
            <p:ph type="ctrTitle"/>
          </p:nvPr>
        </p:nvSpPr>
        <p:spPr>
          <a:xfrm>
            <a:off x="1050993" y="3111993"/>
            <a:ext cx="9144000" cy="820018"/>
          </a:xfrm>
        </p:spPr>
        <p:txBody>
          <a:bodyPr anchor="b">
            <a:normAutofit/>
          </a:bodyPr>
          <a:lstStyle>
            <a:lvl1pPr algn="l">
              <a:defRPr sz="4600" b="1">
                <a:solidFill>
                  <a:schemeClr val="bg1"/>
                </a:solidFill>
                <a:latin typeface="Segoe UI" panose="020B0502040204020203" pitchFamily="34" charset="0"/>
                <a:cs typeface="Segoe UI" panose="020B0502040204020203" pitchFamily="34" charset="0"/>
              </a:defRPr>
            </a:lvl1pPr>
          </a:lstStyle>
          <a:p>
            <a:r>
              <a:rPr lang="en-US" dirty="0"/>
              <a:t>Click to edit Master title style</a:t>
            </a:r>
            <a:endParaRPr lang="en-TW" dirty="0"/>
          </a:p>
        </p:txBody>
      </p:sp>
      <p:sp>
        <p:nvSpPr>
          <p:cNvPr id="3" name="Subtitle 2">
            <a:extLst>
              <a:ext uri="{FF2B5EF4-FFF2-40B4-BE49-F238E27FC236}">
                <a16:creationId xmlns:a16="http://schemas.microsoft.com/office/drawing/2014/main" id="{ADD9A962-4E73-9E48-A4B2-93C7000A5CB2}"/>
              </a:ext>
            </a:extLst>
          </p:cNvPr>
          <p:cNvSpPr>
            <a:spLocks noGrp="1"/>
          </p:cNvSpPr>
          <p:nvPr>
            <p:ph type="subTitle" idx="1"/>
          </p:nvPr>
        </p:nvSpPr>
        <p:spPr>
          <a:xfrm>
            <a:off x="1050993" y="3985274"/>
            <a:ext cx="9144000" cy="315396"/>
          </a:xfrm>
        </p:spPr>
        <p:txBody>
          <a:bodyPr>
            <a:normAutofit/>
          </a:bodyPr>
          <a:lstStyle>
            <a:lvl1pPr marL="0" indent="0" algn="l">
              <a:buNone/>
              <a:defRPr sz="1600">
                <a:solidFill>
                  <a:srgbClr val="E7E6E6"/>
                </a:solidFill>
                <a:latin typeface="Segoe UI" panose="020B0502040204020203" pitchFamily="34" charset="0"/>
                <a:ea typeface="Open Sans" panose="020B0606030504020204"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TW" dirty="0"/>
          </a:p>
        </p:txBody>
      </p:sp>
      <p:pic>
        <p:nvPicPr>
          <p:cNvPr id="17" name="Picture 26" descr="A picture containing text, clipart&#10;&#10;Description automatically generated">
            <a:extLst>
              <a:ext uri="{FF2B5EF4-FFF2-40B4-BE49-F238E27FC236}">
                <a16:creationId xmlns:a16="http://schemas.microsoft.com/office/drawing/2014/main" id="{22FE0EBB-E4BF-C741-BE3E-C080CE827681}"/>
              </a:ext>
            </a:extLst>
          </p:cNvPr>
          <p:cNvPicPr>
            <a:picLocks noChangeAspect="1"/>
          </p:cNvPicPr>
          <p:nvPr userDrawn="1"/>
        </p:nvPicPr>
        <p:blipFill>
          <a:blip r:embed="rId6">
            <a:alphaModFix/>
            <a:extLst>
              <a:ext uri="{28A0092B-C50C-407E-A947-70E740481C1C}">
                <a14:useLocalDpi xmlns:a14="http://schemas.microsoft.com/office/drawing/2010/main" val="0"/>
              </a:ext>
            </a:extLst>
          </a:blip>
          <a:stretch>
            <a:fillRect/>
          </a:stretch>
        </p:blipFill>
        <p:spPr>
          <a:xfrm>
            <a:off x="1147583" y="2559842"/>
            <a:ext cx="488537" cy="363041"/>
          </a:xfrm>
          <a:prstGeom prst="rect">
            <a:avLst/>
          </a:prstGeom>
        </p:spPr>
      </p:pic>
    </p:spTree>
    <p:extLst>
      <p:ext uri="{BB962C8B-B14F-4D97-AF65-F5344CB8AC3E}">
        <p14:creationId xmlns:p14="http://schemas.microsoft.com/office/powerpoint/2010/main" val="339580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CB08A00-95AE-AA44-942C-6F54F4C6A4F5}"/>
              </a:ext>
            </a:extLst>
          </p:cNvPr>
          <p:cNvPicPr>
            <a:picLocks noChangeAspect="1"/>
          </p:cNvPicPr>
          <p:nvPr userDrawn="1"/>
        </p:nvPicPr>
        <p:blipFill>
          <a:blip r:embed="rId2"/>
          <a:stretch>
            <a:fillRect/>
          </a:stretch>
        </p:blipFill>
        <p:spPr>
          <a:xfrm rot="5400000">
            <a:off x="442002" y="-236407"/>
            <a:ext cx="1051091" cy="1503696"/>
          </a:xfrm>
          <a:prstGeom prst="rect">
            <a:avLst/>
          </a:prstGeom>
        </p:spPr>
      </p:pic>
      <p:grpSp>
        <p:nvGrpSpPr>
          <p:cNvPr id="8" name="Group 7">
            <a:extLst>
              <a:ext uri="{FF2B5EF4-FFF2-40B4-BE49-F238E27FC236}">
                <a16:creationId xmlns:a16="http://schemas.microsoft.com/office/drawing/2014/main" id="{50D8EEDF-6A4A-C544-AB01-2BDE475ADAD7}"/>
              </a:ext>
            </a:extLst>
          </p:cNvPr>
          <p:cNvGrpSpPr>
            <a:grpSpLocks/>
          </p:cNvGrpSpPr>
          <p:nvPr userDrawn="1"/>
        </p:nvGrpSpPr>
        <p:grpSpPr bwMode="auto">
          <a:xfrm>
            <a:off x="5734050" y="1270136"/>
            <a:ext cx="723900" cy="85725"/>
            <a:chOff x="5734162" y="1266347"/>
            <a:chExt cx="723676" cy="86368"/>
          </a:xfrm>
        </p:grpSpPr>
        <p:sp>
          <p:nvSpPr>
            <p:cNvPr id="9" name="Oval 8">
              <a:extLst>
                <a:ext uri="{FF2B5EF4-FFF2-40B4-BE49-F238E27FC236}">
                  <a16:creationId xmlns:a16="http://schemas.microsoft.com/office/drawing/2014/main" id="{4FF22EE2-4B32-0347-8B4E-EF151F0C5FC5}"/>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B67ACFDF-08CF-F24E-BCCC-B84667CD2C79}"/>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F277829A-D502-1A47-AA18-B5F000F96114}"/>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grpSp>
      <p:sp>
        <p:nvSpPr>
          <p:cNvPr id="12" name="Text Placeholder 3">
            <a:extLst>
              <a:ext uri="{FF2B5EF4-FFF2-40B4-BE49-F238E27FC236}">
                <a16:creationId xmlns:a16="http://schemas.microsoft.com/office/drawing/2014/main" id="{71AE485C-B157-2248-B400-2774939BACE1}"/>
              </a:ext>
            </a:extLst>
          </p:cNvPr>
          <p:cNvSpPr>
            <a:spLocks noGrp="1"/>
          </p:cNvSpPr>
          <p:nvPr>
            <p:ph type="body" sz="half" idx="12" hasCustomPrompt="1"/>
          </p:nvPr>
        </p:nvSpPr>
        <p:spPr>
          <a:xfrm>
            <a:off x="1117766" y="2063264"/>
            <a:ext cx="4586467" cy="3524600"/>
          </a:xfrm>
        </p:spPr>
        <p:txBody>
          <a:bodyPr>
            <a:normAutofit/>
          </a:bodyPr>
          <a:lstStyle>
            <a:lvl1pPr marL="285750" marR="0" indent="-285750" algn="l" defTabSz="914400" rtl="0" eaLnBrk="1" fontAlgn="auto" latinLnBrk="0" hangingPunct="1">
              <a:lnSpc>
                <a:spcPct val="200000"/>
              </a:lnSpc>
              <a:spcBef>
                <a:spcPts val="1000"/>
              </a:spcBef>
              <a:spcAft>
                <a:spcPts val="0"/>
              </a:spcAft>
              <a:buClr>
                <a:srgbClr val="0D63BA"/>
              </a:buClr>
              <a:buSzTx/>
              <a:buFont typeface="Arial" panose="020B0604020202020204" pitchFamily="34" charset="0"/>
              <a:buChar char="•"/>
              <a:tabLst/>
              <a:defRPr sz="1800">
                <a:solidFill>
                  <a:schemeClr val="tx1">
                    <a:lumMod val="85000"/>
                    <a:lumOff val="15000"/>
                  </a:schemeClr>
                </a:solidFill>
                <a:latin typeface="Segoe UI" panose="020B0502040204020203" pitchFamily="34" charset="0"/>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dirty="0"/>
              <a:t>Introduction</a:t>
            </a:r>
          </a:p>
          <a:p>
            <a:pPr lvl="0"/>
            <a:r>
              <a:rPr lang="en-US" altLang="zh-TW" dirty="0"/>
              <a:t>CJIS</a:t>
            </a:r>
            <a:r>
              <a:rPr lang="zh-TW" altLang="en-US" dirty="0"/>
              <a:t> </a:t>
            </a:r>
            <a:r>
              <a:rPr lang="en-US" altLang="zh-TW" dirty="0"/>
              <a:t>Security</a:t>
            </a:r>
          </a:p>
          <a:p>
            <a:pPr lvl="0"/>
            <a:r>
              <a:rPr lang="en-US" altLang="zh-TW" dirty="0"/>
              <a:t>Support</a:t>
            </a:r>
            <a:r>
              <a:rPr lang="zh-TW" altLang="en-US" dirty="0"/>
              <a:t> </a:t>
            </a:r>
            <a:r>
              <a:rPr lang="en-US" altLang="zh-TW" dirty="0"/>
              <a:t>&amp;</a:t>
            </a:r>
            <a:r>
              <a:rPr lang="zh-TW" altLang="en-US" dirty="0"/>
              <a:t> </a:t>
            </a:r>
            <a:r>
              <a:rPr lang="en-US" altLang="zh-TW" dirty="0"/>
              <a:t>Maintenance</a:t>
            </a:r>
          </a:p>
          <a:p>
            <a:pPr lvl="0"/>
            <a:r>
              <a:rPr lang="en-US" altLang="zh-TW" dirty="0"/>
              <a:t>Implementation</a:t>
            </a:r>
            <a:r>
              <a:rPr lang="zh-TW" altLang="en-US" dirty="0"/>
              <a:t> </a:t>
            </a:r>
            <a:r>
              <a:rPr lang="en-US" altLang="zh-TW" dirty="0"/>
              <a:t>&amp;</a:t>
            </a:r>
            <a:r>
              <a:rPr lang="zh-TW" altLang="en-US" dirty="0"/>
              <a:t> </a:t>
            </a:r>
            <a:r>
              <a:rPr lang="en-US" altLang="zh-TW" dirty="0"/>
              <a:t>Testing</a:t>
            </a:r>
            <a:r>
              <a:rPr lang="zh-TW" altLang="en-US" dirty="0"/>
              <a:t> </a:t>
            </a:r>
            <a:r>
              <a:rPr lang="en-US" altLang="zh-TW" dirty="0"/>
              <a:t>Approach</a:t>
            </a:r>
          </a:p>
          <a:p>
            <a:pPr lvl="0"/>
            <a:r>
              <a:rPr lang="en-US" altLang="zh-TW" dirty="0"/>
              <a:t>Data</a:t>
            </a:r>
            <a:r>
              <a:rPr lang="zh-TW" altLang="en-US" dirty="0"/>
              <a:t> </a:t>
            </a:r>
            <a:r>
              <a:rPr lang="en-US" altLang="zh-TW" dirty="0"/>
              <a:t>Migration</a:t>
            </a:r>
            <a:r>
              <a:rPr lang="zh-TW" altLang="en-US" dirty="0"/>
              <a:t> </a:t>
            </a:r>
            <a:r>
              <a:rPr lang="en-US" altLang="zh-TW" dirty="0"/>
              <a:t>Services</a:t>
            </a:r>
            <a:endParaRPr lang="en-US" dirty="0"/>
          </a:p>
          <a:p>
            <a:pPr lvl="0"/>
            <a:endParaRPr lang="en-US" dirty="0"/>
          </a:p>
        </p:txBody>
      </p:sp>
      <p:sp>
        <p:nvSpPr>
          <p:cNvPr id="19" name="Text Placeholder 3">
            <a:extLst>
              <a:ext uri="{FF2B5EF4-FFF2-40B4-BE49-F238E27FC236}">
                <a16:creationId xmlns:a16="http://schemas.microsoft.com/office/drawing/2014/main" id="{45FA8E47-218B-884B-8280-40F8647EEC79}"/>
              </a:ext>
            </a:extLst>
          </p:cNvPr>
          <p:cNvSpPr>
            <a:spLocks noGrp="1"/>
          </p:cNvSpPr>
          <p:nvPr>
            <p:ph type="body" sz="half" idx="13" hasCustomPrompt="1"/>
          </p:nvPr>
        </p:nvSpPr>
        <p:spPr>
          <a:xfrm>
            <a:off x="10398707" y="2063264"/>
            <a:ext cx="813460" cy="3524585"/>
          </a:xfrm>
        </p:spPr>
        <p:txBody>
          <a:bodyPr>
            <a:normAutofit/>
          </a:bodyPr>
          <a:lstStyle>
            <a:lvl1pPr marL="0" marR="0" indent="0" algn="l" defTabSz="914400" rtl="0" eaLnBrk="1" fontAlgn="auto" latinLnBrk="0" hangingPunct="1">
              <a:lnSpc>
                <a:spcPct val="200000"/>
              </a:lnSpc>
              <a:spcBef>
                <a:spcPts val="1000"/>
              </a:spcBef>
              <a:spcAft>
                <a:spcPts val="0"/>
              </a:spcAft>
              <a:buClr>
                <a:srgbClr val="0D63BA"/>
              </a:buClr>
              <a:buSzTx/>
              <a:buFont typeface="Arial" panose="020B0604020202020204" pitchFamily="34" charset="0"/>
              <a:buNone/>
              <a:tabLst/>
              <a:defRPr sz="1800">
                <a:solidFill>
                  <a:schemeClr val="tx1">
                    <a:lumMod val="85000"/>
                    <a:lumOff val="15000"/>
                  </a:schemeClr>
                </a:solidFill>
                <a:latin typeface="Segoe UI" panose="020B0502040204020203" pitchFamily="34" charset="0"/>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dirty="0"/>
              <a:t>02</a:t>
            </a:r>
          </a:p>
          <a:p>
            <a:pPr lvl="0"/>
            <a:r>
              <a:rPr lang="en-US" altLang="zh-TW" dirty="0"/>
              <a:t>23</a:t>
            </a:r>
          </a:p>
          <a:p>
            <a:pPr lvl="0"/>
            <a:r>
              <a:rPr lang="en-US" altLang="zh-TW" dirty="0"/>
              <a:t>27</a:t>
            </a:r>
          </a:p>
          <a:p>
            <a:pPr lvl="0"/>
            <a:r>
              <a:rPr lang="en-US" altLang="zh-TW" dirty="0"/>
              <a:t>32</a:t>
            </a:r>
          </a:p>
          <a:p>
            <a:pPr lvl="0"/>
            <a:r>
              <a:rPr lang="en-US" altLang="zh-TW" dirty="0"/>
              <a:t>40</a:t>
            </a:r>
            <a:endParaRPr lang="en-US" dirty="0"/>
          </a:p>
          <a:p>
            <a:pPr lvl="0"/>
            <a:endParaRPr lang="en-US" dirty="0"/>
          </a:p>
        </p:txBody>
      </p:sp>
      <p:pic>
        <p:nvPicPr>
          <p:cNvPr id="21" name="Picture 20" descr="A picture containing text, clipart, vector graphics&#10;&#10;Description automatically generated">
            <a:extLst>
              <a:ext uri="{FF2B5EF4-FFF2-40B4-BE49-F238E27FC236}">
                <a16:creationId xmlns:a16="http://schemas.microsoft.com/office/drawing/2014/main" id="{914DBB8C-0DEC-6446-9A80-3360D45BCEAB}"/>
              </a:ext>
            </a:extLst>
          </p:cNvPr>
          <p:cNvPicPr>
            <a:picLocks noChangeAspect="1"/>
          </p:cNvPicPr>
          <p:nvPr userDrawn="1"/>
        </p:nvPicPr>
        <p:blipFill>
          <a:blip r:embed="rId3">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
        <p:nvSpPr>
          <p:cNvPr id="22" name="Title 21">
            <a:extLst>
              <a:ext uri="{FF2B5EF4-FFF2-40B4-BE49-F238E27FC236}">
                <a16:creationId xmlns:a16="http://schemas.microsoft.com/office/drawing/2014/main" id="{0779AD32-8804-484A-A1C8-D899FAE9C832}"/>
              </a:ext>
            </a:extLst>
          </p:cNvPr>
          <p:cNvSpPr>
            <a:spLocks noGrp="1"/>
          </p:cNvSpPr>
          <p:nvPr>
            <p:ph type="title" hasCustomPrompt="1"/>
          </p:nvPr>
        </p:nvSpPr>
        <p:spPr>
          <a:xfrm>
            <a:off x="838200" y="515442"/>
            <a:ext cx="10515600" cy="646112"/>
          </a:xfrm>
        </p:spPr>
        <p:txBody>
          <a:bodyPr>
            <a:normAutofit/>
          </a:bodyPr>
          <a:lstStyle>
            <a:lvl1pPr algn="ctr">
              <a:defRPr sz="3200" b="1" i="0">
                <a:solidFill>
                  <a:srgbClr val="0D63BA"/>
                </a:solidFill>
                <a:latin typeface="Segoe UI" panose="020B0502040204020203" pitchFamily="34" charset="0"/>
                <a:ea typeface="Open Sans" panose="020B0606030504020204" pitchFamily="34" charset="0"/>
                <a:cs typeface="Segoe UI" panose="020B0502040204020203" pitchFamily="34" charset="0"/>
              </a:defRPr>
            </a:lvl1pPr>
          </a:lstStyle>
          <a:p>
            <a:r>
              <a:rPr lang="en-US" altLang="zh-TW" dirty="0"/>
              <a:t>AGENDA</a:t>
            </a:r>
            <a:endParaRPr lang="en-TW" dirty="0"/>
          </a:p>
        </p:txBody>
      </p:sp>
    </p:spTree>
    <p:extLst>
      <p:ext uri="{BB962C8B-B14F-4D97-AF65-F5344CB8AC3E}">
        <p14:creationId xmlns:p14="http://schemas.microsoft.com/office/powerpoint/2010/main" val="2202734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D63B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4085F0-06FA-3740-8A96-DD4C02135B46}"/>
              </a:ext>
            </a:extLst>
          </p:cNvPr>
          <p:cNvSpPr/>
          <p:nvPr userDrawn="1"/>
        </p:nvSpPr>
        <p:spPr>
          <a:xfrm>
            <a:off x="11557380" y="6198954"/>
            <a:ext cx="468923" cy="480646"/>
          </a:xfrm>
          <a:prstGeom prst="rect">
            <a:avLst/>
          </a:prstGeom>
          <a:solidFill>
            <a:srgbClr val="0D6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pic>
        <p:nvPicPr>
          <p:cNvPr id="11" name="Picture 10">
            <a:extLst>
              <a:ext uri="{FF2B5EF4-FFF2-40B4-BE49-F238E27FC236}">
                <a16:creationId xmlns:a16="http://schemas.microsoft.com/office/drawing/2014/main" id="{9090CDFA-72A8-974F-92F7-AF95567A79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51569"/>
            <a:ext cx="12192000" cy="2906431"/>
          </a:xfrm>
          <a:prstGeom prst="rect">
            <a:avLst/>
          </a:prstGeom>
        </p:spPr>
      </p:pic>
      <p:grpSp>
        <p:nvGrpSpPr>
          <p:cNvPr id="6" name="Group 7">
            <a:extLst>
              <a:ext uri="{FF2B5EF4-FFF2-40B4-BE49-F238E27FC236}">
                <a16:creationId xmlns:a16="http://schemas.microsoft.com/office/drawing/2014/main" id="{9563FA64-9ED6-6D44-99D8-F7BEE74AE275}"/>
              </a:ext>
            </a:extLst>
          </p:cNvPr>
          <p:cNvGrpSpPr>
            <a:grpSpLocks/>
          </p:cNvGrpSpPr>
          <p:nvPr userDrawn="1"/>
        </p:nvGrpSpPr>
        <p:grpSpPr bwMode="auto">
          <a:xfrm>
            <a:off x="5734049" y="3611033"/>
            <a:ext cx="723900" cy="85725"/>
            <a:chOff x="5734162" y="1266347"/>
            <a:chExt cx="723676" cy="86368"/>
          </a:xfrm>
        </p:grpSpPr>
        <p:sp>
          <p:nvSpPr>
            <p:cNvPr id="7" name="Oval 6">
              <a:extLst>
                <a:ext uri="{FF2B5EF4-FFF2-40B4-BE49-F238E27FC236}">
                  <a16:creationId xmlns:a16="http://schemas.microsoft.com/office/drawing/2014/main" id="{84DB7838-43ED-B749-921A-DB515BE4533F}"/>
                </a:ext>
              </a:extLst>
            </p:cNvPr>
            <p:cNvSpPr/>
            <p:nvPr/>
          </p:nvSpPr>
          <p:spPr>
            <a:xfrm>
              <a:off x="6053151"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6C8FF2CB-6C07-2F48-9FAE-E6366DA5281A}"/>
                </a:ext>
              </a:extLst>
            </p:cNvPr>
            <p:cNvSpPr/>
            <p:nvPr/>
          </p:nvSpPr>
          <p:spPr>
            <a:xfrm>
              <a:off x="6372140"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EE8DF03D-490A-AF44-8FEF-902936DB56F8}"/>
                </a:ext>
              </a:extLst>
            </p:cNvPr>
            <p:cNvSpPr/>
            <p:nvPr/>
          </p:nvSpPr>
          <p:spPr>
            <a:xfrm>
              <a:off x="5734162"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latin typeface="Segoe UI" panose="020B0502040204020203" pitchFamily="34" charset="0"/>
                <a:cs typeface="Segoe UI" panose="020B0502040204020203" pitchFamily="34" charset="0"/>
              </a:endParaRPr>
            </a:p>
          </p:txBody>
        </p:sp>
      </p:grpSp>
      <p:pic>
        <p:nvPicPr>
          <p:cNvPr id="12" name="Picture 26" descr="A picture containing text, clipart&#10;&#10;Description automatically generated">
            <a:extLst>
              <a:ext uri="{FF2B5EF4-FFF2-40B4-BE49-F238E27FC236}">
                <a16:creationId xmlns:a16="http://schemas.microsoft.com/office/drawing/2014/main" id="{8C1033DA-F918-5442-BDB4-4BD068A747D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65780" y="6408931"/>
            <a:ext cx="260435" cy="193534"/>
          </a:xfrm>
          <a:prstGeom prst="rect">
            <a:avLst/>
          </a:prstGeom>
        </p:spPr>
      </p:pic>
      <p:sp>
        <p:nvSpPr>
          <p:cNvPr id="14" name="Title 1">
            <a:extLst>
              <a:ext uri="{FF2B5EF4-FFF2-40B4-BE49-F238E27FC236}">
                <a16:creationId xmlns:a16="http://schemas.microsoft.com/office/drawing/2014/main" id="{8B3EB5C0-B6DF-534E-BC53-436516B863F5}"/>
              </a:ext>
            </a:extLst>
          </p:cNvPr>
          <p:cNvSpPr>
            <a:spLocks noGrp="1"/>
          </p:cNvSpPr>
          <p:nvPr>
            <p:ph type="title" hasCustomPrompt="1"/>
          </p:nvPr>
        </p:nvSpPr>
        <p:spPr>
          <a:xfrm>
            <a:off x="1413659" y="2297966"/>
            <a:ext cx="9364678" cy="1131034"/>
          </a:xfrm>
        </p:spPr>
        <p:txBody>
          <a:bodyPr anchor="b" anchorCtr="0">
            <a:noAutofit/>
          </a:bodyPr>
          <a:lstStyle>
            <a:lvl1pPr algn="ctr" eaLnBrk="1" hangingPunct="1">
              <a:defRPr sz="3600" b="1">
                <a:solidFill>
                  <a:schemeClr val="bg1"/>
                </a:solidFill>
                <a:latin typeface="Segoe UI" panose="020B0502040204020203" pitchFamily="34" charset="0"/>
                <a:cs typeface="Segoe UI" panose="020B0502040204020203" pitchFamily="34" charset="0"/>
              </a:defRPr>
            </a:lvl1pPr>
          </a:lstStyle>
          <a:p>
            <a:pPr algn="ctr" eaLnBrk="1" hangingPunct="1"/>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TECHNICAL</a:t>
            </a:r>
            <a:b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ARCHITECTURE</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&amp;</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SECURITY</a:t>
            </a:r>
            <a:endParaRPr lang="en-US" altLang="en-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Subtitle 2">
            <a:extLst>
              <a:ext uri="{FF2B5EF4-FFF2-40B4-BE49-F238E27FC236}">
                <a16:creationId xmlns:a16="http://schemas.microsoft.com/office/drawing/2014/main" id="{51612268-09BE-4541-830A-9861D34CF02B}"/>
              </a:ext>
            </a:extLst>
          </p:cNvPr>
          <p:cNvSpPr>
            <a:spLocks noGrp="1"/>
          </p:cNvSpPr>
          <p:nvPr>
            <p:ph type="subTitle" idx="1" hasCustomPrompt="1"/>
          </p:nvPr>
        </p:nvSpPr>
        <p:spPr>
          <a:xfrm>
            <a:off x="1413658" y="3948068"/>
            <a:ext cx="9364678" cy="1131034"/>
          </a:xfrm>
        </p:spPr>
        <p:txBody>
          <a:bodyPr>
            <a:noAutofit/>
          </a:bodyPr>
          <a:lstStyle>
            <a:lvl1pPr marL="0" indent="0" algn="ctr">
              <a:lnSpc>
                <a:spcPct val="100000"/>
              </a:lnSpc>
              <a:spcBef>
                <a:spcPts val="400"/>
              </a:spcBef>
              <a:spcAft>
                <a:spcPts val="0"/>
              </a:spcAft>
              <a:buNone/>
              <a:defRPr sz="1600">
                <a:solidFill>
                  <a:schemeClr val="bg1"/>
                </a:solidFill>
                <a:latin typeface="Segoe UI" panose="020B0502040204020203" pitchFamily="34" charset="0"/>
                <a:ea typeface="Open Sans" panose="020B0606030504020204"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lnSpc>
                <a:spcPct val="150000"/>
              </a:lnSpc>
            </a:pP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Cloud/On-premise,</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Uptime,</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Dependability,</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Performance,</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Continuity</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of</a:t>
            </a:r>
          </a:p>
          <a:p>
            <a:pPr algn="ctr">
              <a:lnSpc>
                <a:spcPct val="150000"/>
              </a:lnSpc>
            </a:pP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operations/Hot</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fail-over,</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Disaster</a:t>
            </a:r>
            <a:r>
              <a:rPr lang="zh-TW" altLang="en-US" sz="1600" dirty="0">
                <a:solidFill>
                  <a:schemeClr val="bg1"/>
                </a:solidFill>
                <a:latin typeface="Open Sans" panose="020B0606030504020204" pitchFamily="34" charset="0"/>
                <a:cs typeface="Open Sans" panose="020B0606030504020204" pitchFamily="34" charset="0"/>
              </a:rPr>
              <a:t> </a:t>
            </a:r>
            <a:r>
              <a:rPr lang="en-US" altLang="zh-TW"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Recovery</a:t>
            </a:r>
            <a:endParaRPr lang="id-ID"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3883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s_Custom Photo">
    <p:bg>
      <p:bgPr>
        <a:solidFill>
          <a:srgbClr val="0D63BA"/>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10615A9-FC72-1B43-A2A1-B5EBBEF65C86}"/>
              </a:ext>
            </a:extLst>
          </p:cNvPr>
          <p:cNvSpPr>
            <a:spLocks noGrp="1"/>
          </p:cNvSpPr>
          <p:nvPr>
            <p:ph type="pic" sz="quarter" idx="10"/>
          </p:nvPr>
        </p:nvSpPr>
        <p:spPr>
          <a:xfrm>
            <a:off x="5629342" y="2348597"/>
            <a:ext cx="6085540" cy="3437840"/>
          </a:xfrm>
          <a:custGeom>
            <a:avLst/>
            <a:gdLst>
              <a:gd name="connsiteX0" fmla="*/ 6 w 6076470"/>
              <a:gd name="connsiteY0" fmla="*/ 1316752 h 3447310"/>
              <a:gd name="connsiteX1" fmla="*/ 3038235 w 6076470"/>
              <a:gd name="connsiteY1" fmla="*/ 0 h 3447310"/>
              <a:gd name="connsiteX2" fmla="*/ 6076464 w 6076470"/>
              <a:gd name="connsiteY2" fmla="*/ 1316752 h 3447310"/>
              <a:gd name="connsiteX3" fmla="*/ 4915964 w 6076470"/>
              <a:gd name="connsiteY3" fmla="*/ 3447301 h 3447310"/>
              <a:gd name="connsiteX4" fmla="*/ 1160506 w 6076470"/>
              <a:gd name="connsiteY4" fmla="*/ 3447301 h 3447310"/>
              <a:gd name="connsiteX5" fmla="*/ 6 w 6076470"/>
              <a:gd name="connsiteY5" fmla="*/ 1316752 h 3447310"/>
              <a:gd name="connsiteX0" fmla="*/ 0 w 6076458"/>
              <a:gd name="connsiteY0" fmla="*/ 1316752 h 3447301"/>
              <a:gd name="connsiteX1" fmla="*/ 3038229 w 6076458"/>
              <a:gd name="connsiteY1" fmla="*/ 0 h 3447301"/>
              <a:gd name="connsiteX2" fmla="*/ 6076458 w 6076458"/>
              <a:gd name="connsiteY2" fmla="*/ 1316752 h 3447301"/>
              <a:gd name="connsiteX3" fmla="*/ 4915958 w 6076458"/>
              <a:gd name="connsiteY3" fmla="*/ 3447301 h 3447301"/>
              <a:gd name="connsiteX4" fmla="*/ 1551 w 6076458"/>
              <a:gd name="connsiteY4" fmla="*/ 3436669 h 3447301"/>
              <a:gd name="connsiteX5" fmla="*/ 0 w 6076458"/>
              <a:gd name="connsiteY5" fmla="*/ 1316752 h 3447301"/>
              <a:gd name="connsiteX0" fmla="*/ 902217 w 6074907"/>
              <a:gd name="connsiteY0" fmla="*/ 636268 h 3447301"/>
              <a:gd name="connsiteX1" fmla="*/ 3036678 w 6074907"/>
              <a:gd name="connsiteY1" fmla="*/ 0 h 3447301"/>
              <a:gd name="connsiteX2" fmla="*/ 6074907 w 6074907"/>
              <a:gd name="connsiteY2" fmla="*/ 1316752 h 3447301"/>
              <a:gd name="connsiteX3" fmla="*/ 4914407 w 6074907"/>
              <a:gd name="connsiteY3" fmla="*/ 3447301 h 3447301"/>
              <a:gd name="connsiteX4" fmla="*/ 0 w 6074907"/>
              <a:gd name="connsiteY4" fmla="*/ 3436669 h 3447301"/>
              <a:gd name="connsiteX5" fmla="*/ 902217 w 6074907"/>
              <a:gd name="connsiteY5" fmla="*/ 636268 h 3447301"/>
              <a:gd name="connsiteX0" fmla="*/ 902217 w 6074907"/>
              <a:gd name="connsiteY0" fmla="*/ 657533 h 3468566"/>
              <a:gd name="connsiteX1" fmla="*/ 3961711 w 6074907"/>
              <a:gd name="connsiteY1" fmla="*/ 0 h 3468566"/>
              <a:gd name="connsiteX2" fmla="*/ 6074907 w 6074907"/>
              <a:gd name="connsiteY2" fmla="*/ 1338017 h 3468566"/>
              <a:gd name="connsiteX3" fmla="*/ 4914407 w 6074907"/>
              <a:gd name="connsiteY3" fmla="*/ 3468566 h 3468566"/>
              <a:gd name="connsiteX4" fmla="*/ 0 w 6074907"/>
              <a:gd name="connsiteY4" fmla="*/ 3457934 h 3468566"/>
              <a:gd name="connsiteX5" fmla="*/ 902217 w 6074907"/>
              <a:gd name="connsiteY5" fmla="*/ 657533 h 3468566"/>
              <a:gd name="connsiteX0" fmla="*/ 902217 w 6085540"/>
              <a:gd name="connsiteY0" fmla="*/ 657533 h 3468566"/>
              <a:gd name="connsiteX1" fmla="*/ 3961711 w 6085540"/>
              <a:gd name="connsiteY1" fmla="*/ 0 h 3468566"/>
              <a:gd name="connsiteX2" fmla="*/ 6085540 w 6085540"/>
              <a:gd name="connsiteY2" fmla="*/ 2348110 h 3468566"/>
              <a:gd name="connsiteX3" fmla="*/ 4914407 w 6085540"/>
              <a:gd name="connsiteY3" fmla="*/ 3468566 h 3468566"/>
              <a:gd name="connsiteX4" fmla="*/ 0 w 6085540"/>
              <a:gd name="connsiteY4" fmla="*/ 3457934 h 3468566"/>
              <a:gd name="connsiteX5" fmla="*/ 902217 w 6085540"/>
              <a:gd name="connsiteY5" fmla="*/ 657533 h 3468566"/>
              <a:gd name="connsiteX0" fmla="*/ 902217 w 6085540"/>
              <a:gd name="connsiteY0" fmla="*/ 657533 h 3457934"/>
              <a:gd name="connsiteX1" fmla="*/ 3961711 w 6085540"/>
              <a:gd name="connsiteY1" fmla="*/ 0 h 3457934"/>
              <a:gd name="connsiteX2" fmla="*/ 6085540 w 6085540"/>
              <a:gd name="connsiteY2" fmla="*/ 2348110 h 3457934"/>
              <a:gd name="connsiteX3" fmla="*/ 5701217 w 6085540"/>
              <a:gd name="connsiteY3" fmla="*/ 3457933 h 3457934"/>
              <a:gd name="connsiteX4" fmla="*/ 0 w 6085540"/>
              <a:gd name="connsiteY4" fmla="*/ 3457934 h 3457934"/>
              <a:gd name="connsiteX5" fmla="*/ 902217 w 6085540"/>
              <a:gd name="connsiteY5" fmla="*/ 657533 h 3457934"/>
              <a:gd name="connsiteX0" fmla="*/ 902217 w 6085540"/>
              <a:gd name="connsiteY0" fmla="*/ 657533 h 3457933"/>
              <a:gd name="connsiteX1" fmla="*/ 3961711 w 6085540"/>
              <a:gd name="connsiteY1" fmla="*/ 0 h 3457933"/>
              <a:gd name="connsiteX2" fmla="*/ 6085540 w 6085540"/>
              <a:gd name="connsiteY2" fmla="*/ 2348110 h 3457933"/>
              <a:gd name="connsiteX3" fmla="*/ 5701217 w 6085540"/>
              <a:gd name="connsiteY3" fmla="*/ 3457933 h 3457933"/>
              <a:gd name="connsiteX4" fmla="*/ 0 w 6085540"/>
              <a:gd name="connsiteY4" fmla="*/ 3447302 h 3457933"/>
              <a:gd name="connsiteX5" fmla="*/ 902217 w 6085540"/>
              <a:gd name="connsiteY5" fmla="*/ 657533 h 345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5540" h="3457933">
                <a:moveTo>
                  <a:pt x="902217" y="657533"/>
                </a:moveTo>
                <a:lnTo>
                  <a:pt x="3961711" y="0"/>
                </a:lnTo>
                <a:lnTo>
                  <a:pt x="6085540" y="2348110"/>
                </a:lnTo>
                <a:lnTo>
                  <a:pt x="5701217" y="3457933"/>
                </a:lnTo>
                <a:lnTo>
                  <a:pt x="0" y="3447302"/>
                </a:lnTo>
                <a:lnTo>
                  <a:pt x="902217" y="657533"/>
                </a:lnTo>
                <a:close/>
              </a:path>
            </a:pathLst>
          </a:custGeom>
        </p:spPr>
        <p:txBody>
          <a:bodyPr>
            <a:normAutofit/>
          </a:bodyPr>
          <a:lstStyle>
            <a:lvl1pPr>
              <a:defRPr sz="2000"/>
            </a:lvl1pPr>
          </a:lstStyle>
          <a:p>
            <a:r>
              <a:rPr lang="en-US" altLang="zh-TW" dirty="0"/>
              <a:t>Click</a:t>
            </a:r>
            <a:r>
              <a:rPr lang="zh-TW" altLang="en-US" dirty="0"/>
              <a:t> </a:t>
            </a:r>
            <a:r>
              <a:rPr lang="en-US" altLang="zh-TW" dirty="0"/>
              <a:t>icon</a:t>
            </a:r>
            <a:r>
              <a:rPr lang="zh-TW" altLang="en-US" dirty="0"/>
              <a:t> </a:t>
            </a:r>
            <a:r>
              <a:rPr lang="en-US" altLang="zh-TW" dirty="0"/>
              <a:t>to</a:t>
            </a:r>
            <a:r>
              <a:rPr lang="zh-TW" altLang="en-US" dirty="0"/>
              <a:t> </a:t>
            </a:r>
            <a:r>
              <a:rPr lang="en-US" altLang="zh-TW" dirty="0"/>
              <a:t>add</a:t>
            </a:r>
            <a:r>
              <a:rPr lang="zh-TW" altLang="en-US" dirty="0"/>
              <a:t> </a:t>
            </a:r>
            <a:r>
              <a:rPr lang="en-US" altLang="zh-TW" dirty="0"/>
              <a:t>picture</a:t>
            </a:r>
            <a:endParaRPr lang="en-TW" dirty="0"/>
          </a:p>
        </p:txBody>
      </p:sp>
      <p:pic>
        <p:nvPicPr>
          <p:cNvPr id="14" name="Picture 13">
            <a:extLst>
              <a:ext uri="{FF2B5EF4-FFF2-40B4-BE49-F238E27FC236}">
                <a16:creationId xmlns:a16="http://schemas.microsoft.com/office/drawing/2014/main" id="{D012D4C2-72B0-7A43-9833-E0F3B01342DC}"/>
              </a:ext>
            </a:extLst>
          </p:cNvPr>
          <p:cNvPicPr>
            <a:picLocks noChangeAspect="1"/>
          </p:cNvPicPr>
          <p:nvPr userDrawn="1"/>
        </p:nvPicPr>
        <p:blipFill rotWithShape="1">
          <a:blip r:embed="rId2">
            <a:alphaModFix amt="40000"/>
            <a:extLst>
              <a:ext uri="{28A0092B-C50C-407E-A947-70E740481C1C}">
                <a14:useLocalDpi xmlns:a14="http://schemas.microsoft.com/office/drawing/2010/main" val="0"/>
              </a:ext>
            </a:extLst>
          </a:blip>
          <a:srcRect b="14638"/>
          <a:stretch/>
        </p:blipFill>
        <p:spPr>
          <a:xfrm>
            <a:off x="0" y="3318158"/>
            <a:ext cx="12192000" cy="2480980"/>
          </a:xfrm>
          <a:prstGeom prst="rect">
            <a:avLst/>
          </a:prstGeom>
        </p:spPr>
      </p:pic>
      <p:pic>
        <p:nvPicPr>
          <p:cNvPr id="15" name="Picture 14">
            <a:extLst>
              <a:ext uri="{FF2B5EF4-FFF2-40B4-BE49-F238E27FC236}">
                <a16:creationId xmlns:a16="http://schemas.microsoft.com/office/drawing/2014/main" id="{2EB71769-0B1A-F442-9121-C3E5A905F43B}"/>
              </a:ext>
            </a:extLst>
          </p:cNvPr>
          <p:cNvPicPr>
            <a:picLocks noChangeAspect="1"/>
          </p:cNvPicPr>
          <p:nvPr userDrawn="1"/>
        </p:nvPicPr>
        <p:blipFill>
          <a:blip r:embed="rId3"/>
          <a:stretch>
            <a:fillRect/>
          </a:stretch>
        </p:blipFill>
        <p:spPr>
          <a:xfrm>
            <a:off x="0" y="5786437"/>
            <a:ext cx="12192000" cy="1071563"/>
          </a:xfrm>
          <a:prstGeom prst="rect">
            <a:avLst/>
          </a:prstGeom>
        </p:spPr>
      </p:pic>
      <p:pic>
        <p:nvPicPr>
          <p:cNvPr id="13" name="Picture 12" descr="A picture containing shape&#10;&#10;Description automatically generated">
            <a:extLst>
              <a:ext uri="{FF2B5EF4-FFF2-40B4-BE49-F238E27FC236}">
                <a16:creationId xmlns:a16="http://schemas.microsoft.com/office/drawing/2014/main" id="{BF1D76AD-9A62-6A4D-9B65-40BBA411247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43805" r="22599"/>
          <a:stretch/>
        </p:blipFill>
        <p:spPr>
          <a:xfrm>
            <a:off x="9153373" y="0"/>
            <a:ext cx="3038627" cy="2715813"/>
          </a:xfrm>
          <a:prstGeom prst="rect">
            <a:avLst/>
          </a:prstGeom>
        </p:spPr>
      </p:pic>
      <p:grpSp>
        <p:nvGrpSpPr>
          <p:cNvPr id="17" name="Group 7">
            <a:extLst>
              <a:ext uri="{FF2B5EF4-FFF2-40B4-BE49-F238E27FC236}">
                <a16:creationId xmlns:a16="http://schemas.microsoft.com/office/drawing/2014/main" id="{190F752D-4617-FA4A-999F-31C172181018}"/>
              </a:ext>
            </a:extLst>
          </p:cNvPr>
          <p:cNvGrpSpPr>
            <a:grpSpLocks/>
          </p:cNvGrpSpPr>
          <p:nvPr userDrawn="1"/>
        </p:nvGrpSpPr>
        <p:grpSpPr bwMode="auto">
          <a:xfrm>
            <a:off x="1268242" y="3429001"/>
            <a:ext cx="723900" cy="85725"/>
            <a:chOff x="5734162" y="1266347"/>
            <a:chExt cx="723676" cy="86368"/>
          </a:xfrm>
        </p:grpSpPr>
        <p:sp>
          <p:nvSpPr>
            <p:cNvPr id="18" name="Oval 17">
              <a:extLst>
                <a:ext uri="{FF2B5EF4-FFF2-40B4-BE49-F238E27FC236}">
                  <a16:creationId xmlns:a16="http://schemas.microsoft.com/office/drawing/2014/main" id="{3E03AC7E-52A9-9E40-8C50-1D7877A2E4DF}"/>
                </a:ext>
              </a:extLst>
            </p:cNvPr>
            <p:cNvSpPr/>
            <p:nvPr/>
          </p:nvSpPr>
          <p:spPr>
            <a:xfrm>
              <a:off x="6053151"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9" name="Oval 18">
              <a:extLst>
                <a:ext uri="{FF2B5EF4-FFF2-40B4-BE49-F238E27FC236}">
                  <a16:creationId xmlns:a16="http://schemas.microsoft.com/office/drawing/2014/main" id="{C2C424B0-6176-9D4A-AFC9-65C3FD6693E4}"/>
                </a:ext>
              </a:extLst>
            </p:cNvPr>
            <p:cNvSpPr/>
            <p:nvPr/>
          </p:nvSpPr>
          <p:spPr>
            <a:xfrm>
              <a:off x="6372140"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20" name="Oval 19">
              <a:extLst>
                <a:ext uri="{FF2B5EF4-FFF2-40B4-BE49-F238E27FC236}">
                  <a16:creationId xmlns:a16="http://schemas.microsoft.com/office/drawing/2014/main" id="{CAD91242-BC9E-574F-96D8-2D75012B1FA1}"/>
                </a:ext>
              </a:extLst>
            </p:cNvPr>
            <p:cNvSpPr/>
            <p:nvPr/>
          </p:nvSpPr>
          <p:spPr>
            <a:xfrm>
              <a:off x="5734162"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24" name="Picture 26" descr="A picture containing text, clipart&#10;&#10;Description automatically generated">
            <a:extLst>
              <a:ext uri="{FF2B5EF4-FFF2-40B4-BE49-F238E27FC236}">
                <a16:creationId xmlns:a16="http://schemas.microsoft.com/office/drawing/2014/main" id="{F2156A1A-F0C8-074F-9AF8-F8A3DBCF37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965780" y="6275843"/>
            <a:ext cx="260435" cy="193534"/>
          </a:xfrm>
          <a:prstGeom prst="rect">
            <a:avLst/>
          </a:prstGeom>
        </p:spPr>
      </p:pic>
      <p:sp>
        <p:nvSpPr>
          <p:cNvPr id="25" name="Title 1">
            <a:extLst>
              <a:ext uri="{FF2B5EF4-FFF2-40B4-BE49-F238E27FC236}">
                <a16:creationId xmlns:a16="http://schemas.microsoft.com/office/drawing/2014/main" id="{FBB27F5B-DBE6-7E44-925F-2EDD44C8DBF4}"/>
              </a:ext>
            </a:extLst>
          </p:cNvPr>
          <p:cNvSpPr>
            <a:spLocks noGrp="1"/>
          </p:cNvSpPr>
          <p:nvPr>
            <p:ph type="title" hasCustomPrompt="1"/>
          </p:nvPr>
        </p:nvSpPr>
        <p:spPr>
          <a:xfrm>
            <a:off x="1147593" y="1847602"/>
            <a:ext cx="4480190" cy="1503119"/>
          </a:xfrm>
        </p:spPr>
        <p:txBody>
          <a:bodyPr anchor="b" anchorCtr="0">
            <a:noAutofit/>
          </a:bodyPr>
          <a:lstStyle>
            <a:lvl1pPr algn="l" eaLnBrk="1" hangingPunct="1">
              <a:defRPr sz="3600" b="1">
                <a:solidFill>
                  <a:schemeClr val="bg1"/>
                </a:solidFill>
              </a:defRPr>
            </a:lvl1pPr>
          </a:lstStyle>
          <a:p>
            <a:pPr eaLnBrk="1" hangingPunct="1"/>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TECHNICAL</a:t>
            </a:r>
            <a:b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ARCHITECTURE</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&amp;</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SECURITY</a:t>
            </a:r>
            <a:endParaRPr lang="en-US" altLang="en-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ubtitle 2">
            <a:extLst>
              <a:ext uri="{FF2B5EF4-FFF2-40B4-BE49-F238E27FC236}">
                <a16:creationId xmlns:a16="http://schemas.microsoft.com/office/drawing/2014/main" id="{DF139F11-D8DF-C54F-AADC-375264235D14}"/>
              </a:ext>
            </a:extLst>
          </p:cNvPr>
          <p:cNvSpPr>
            <a:spLocks noGrp="1"/>
          </p:cNvSpPr>
          <p:nvPr>
            <p:ph type="subTitle" idx="1" hasCustomPrompt="1"/>
          </p:nvPr>
        </p:nvSpPr>
        <p:spPr>
          <a:xfrm>
            <a:off x="1147592" y="3716011"/>
            <a:ext cx="4480191" cy="1071563"/>
          </a:xfrm>
        </p:spPr>
        <p:txBody>
          <a:bodyPr>
            <a:noAutofit/>
          </a:bodyPr>
          <a:lstStyle>
            <a:lvl1pPr marL="0" indent="0" algn="l">
              <a:lnSpc>
                <a:spcPct val="150000"/>
              </a:lnSpc>
              <a:buNone/>
              <a:defRPr sz="1400">
                <a:solidFill>
                  <a:schemeClr val="bg1"/>
                </a:solidFill>
                <a:latin typeface="Lato" panose="020F0502020204030203" pitchFamily="34" charset="0"/>
                <a:ea typeface="Open Sans" panose="020B0606030504020204" pitchFamily="34"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nSpc>
                <a:spcPct val="150000"/>
              </a:lnSpc>
            </a:pP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Cloud/On-premise,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Uptime,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Dependability,</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Performance,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Continuity</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of</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operations/Hot</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fail-over,</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Disaster</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Recovery</a:t>
            </a:r>
            <a:endParaRPr lang="id-ID" sz="1400" dirty="0">
              <a:solidFill>
                <a:schemeClr val="bg1"/>
              </a:solidFill>
              <a:latin typeface="Lato" panose="020F0502020204030203" pitchFamily="34" charset="0"/>
              <a:ea typeface="Verdana" panose="020B0604030504040204" pitchFamily="34" charset="0"/>
              <a:cs typeface="Lato" panose="020F0502020204030203" pitchFamily="34" charset="0"/>
            </a:endParaRPr>
          </a:p>
        </p:txBody>
      </p:sp>
      <p:cxnSp>
        <p:nvCxnSpPr>
          <p:cNvPr id="23" name="Straight Connector 22">
            <a:extLst>
              <a:ext uri="{FF2B5EF4-FFF2-40B4-BE49-F238E27FC236}">
                <a16:creationId xmlns:a16="http://schemas.microsoft.com/office/drawing/2014/main" id="{E498C464-84ED-9149-807C-7B372F0F4467}"/>
              </a:ext>
            </a:extLst>
          </p:cNvPr>
          <p:cNvCxnSpPr/>
          <p:nvPr userDrawn="1"/>
        </p:nvCxnSpPr>
        <p:spPr>
          <a:xfrm>
            <a:off x="-10633" y="5799137"/>
            <a:ext cx="12192000" cy="0"/>
          </a:xfrm>
          <a:prstGeom prst="line">
            <a:avLst/>
          </a:prstGeom>
          <a:ln w="349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635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s_Img">
    <p:bg>
      <p:bgPr>
        <a:solidFill>
          <a:srgbClr val="0D63BA"/>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012D4C2-72B0-7A43-9833-E0F3B01342DC}"/>
              </a:ext>
            </a:extLst>
          </p:cNvPr>
          <p:cNvPicPr>
            <a:picLocks noChangeAspect="1"/>
          </p:cNvPicPr>
          <p:nvPr userDrawn="1"/>
        </p:nvPicPr>
        <p:blipFill rotWithShape="1">
          <a:blip r:embed="rId2">
            <a:alphaModFix amt="40000"/>
            <a:extLst>
              <a:ext uri="{28A0092B-C50C-407E-A947-70E740481C1C}">
                <a14:useLocalDpi xmlns:a14="http://schemas.microsoft.com/office/drawing/2010/main" val="0"/>
              </a:ext>
            </a:extLst>
          </a:blip>
          <a:srcRect b="14638"/>
          <a:stretch/>
        </p:blipFill>
        <p:spPr>
          <a:xfrm>
            <a:off x="0" y="3318158"/>
            <a:ext cx="12192000" cy="2480980"/>
          </a:xfrm>
          <a:prstGeom prst="rect">
            <a:avLst/>
          </a:prstGeom>
        </p:spPr>
      </p:pic>
      <p:pic>
        <p:nvPicPr>
          <p:cNvPr id="15" name="Picture 14">
            <a:extLst>
              <a:ext uri="{FF2B5EF4-FFF2-40B4-BE49-F238E27FC236}">
                <a16:creationId xmlns:a16="http://schemas.microsoft.com/office/drawing/2014/main" id="{2EB71769-0B1A-F442-9121-C3E5A905F43B}"/>
              </a:ext>
            </a:extLst>
          </p:cNvPr>
          <p:cNvPicPr>
            <a:picLocks noChangeAspect="1"/>
          </p:cNvPicPr>
          <p:nvPr userDrawn="1"/>
        </p:nvPicPr>
        <p:blipFill>
          <a:blip r:embed="rId3"/>
          <a:stretch>
            <a:fillRect/>
          </a:stretch>
        </p:blipFill>
        <p:spPr>
          <a:xfrm>
            <a:off x="0" y="5786437"/>
            <a:ext cx="12192000" cy="1071563"/>
          </a:xfrm>
          <a:prstGeom prst="rect">
            <a:avLst/>
          </a:prstGeom>
        </p:spPr>
      </p:pic>
      <p:pic>
        <p:nvPicPr>
          <p:cNvPr id="13" name="Picture 12" descr="A picture containing shape&#10;&#10;Description automatically generated">
            <a:extLst>
              <a:ext uri="{FF2B5EF4-FFF2-40B4-BE49-F238E27FC236}">
                <a16:creationId xmlns:a16="http://schemas.microsoft.com/office/drawing/2014/main" id="{BF1D76AD-9A62-6A4D-9B65-40BBA411247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43805" r="22599"/>
          <a:stretch/>
        </p:blipFill>
        <p:spPr>
          <a:xfrm>
            <a:off x="9153373" y="0"/>
            <a:ext cx="3038627" cy="2715813"/>
          </a:xfrm>
          <a:prstGeom prst="rect">
            <a:avLst/>
          </a:prstGeom>
        </p:spPr>
      </p:pic>
      <p:grpSp>
        <p:nvGrpSpPr>
          <p:cNvPr id="17" name="Group 7">
            <a:extLst>
              <a:ext uri="{FF2B5EF4-FFF2-40B4-BE49-F238E27FC236}">
                <a16:creationId xmlns:a16="http://schemas.microsoft.com/office/drawing/2014/main" id="{190F752D-4617-FA4A-999F-31C172181018}"/>
              </a:ext>
            </a:extLst>
          </p:cNvPr>
          <p:cNvGrpSpPr>
            <a:grpSpLocks/>
          </p:cNvGrpSpPr>
          <p:nvPr userDrawn="1"/>
        </p:nvGrpSpPr>
        <p:grpSpPr bwMode="auto">
          <a:xfrm>
            <a:off x="1268242" y="3429001"/>
            <a:ext cx="723900" cy="85725"/>
            <a:chOff x="5734162" y="1266347"/>
            <a:chExt cx="723676" cy="86368"/>
          </a:xfrm>
        </p:grpSpPr>
        <p:sp>
          <p:nvSpPr>
            <p:cNvPr id="18" name="Oval 17">
              <a:extLst>
                <a:ext uri="{FF2B5EF4-FFF2-40B4-BE49-F238E27FC236}">
                  <a16:creationId xmlns:a16="http://schemas.microsoft.com/office/drawing/2014/main" id="{3E03AC7E-52A9-9E40-8C50-1D7877A2E4DF}"/>
                </a:ext>
              </a:extLst>
            </p:cNvPr>
            <p:cNvSpPr/>
            <p:nvPr/>
          </p:nvSpPr>
          <p:spPr>
            <a:xfrm>
              <a:off x="6053151"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9" name="Oval 18">
              <a:extLst>
                <a:ext uri="{FF2B5EF4-FFF2-40B4-BE49-F238E27FC236}">
                  <a16:creationId xmlns:a16="http://schemas.microsoft.com/office/drawing/2014/main" id="{C2C424B0-6176-9D4A-AFC9-65C3FD6693E4}"/>
                </a:ext>
              </a:extLst>
            </p:cNvPr>
            <p:cNvSpPr/>
            <p:nvPr/>
          </p:nvSpPr>
          <p:spPr>
            <a:xfrm>
              <a:off x="6372140"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20" name="Oval 19">
              <a:extLst>
                <a:ext uri="{FF2B5EF4-FFF2-40B4-BE49-F238E27FC236}">
                  <a16:creationId xmlns:a16="http://schemas.microsoft.com/office/drawing/2014/main" id="{CAD91242-BC9E-574F-96D8-2D75012B1FA1}"/>
                </a:ext>
              </a:extLst>
            </p:cNvPr>
            <p:cNvSpPr/>
            <p:nvPr/>
          </p:nvSpPr>
          <p:spPr>
            <a:xfrm>
              <a:off x="5734162"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24" name="Picture 26" descr="A picture containing text, clipart&#10;&#10;Description automatically generated">
            <a:extLst>
              <a:ext uri="{FF2B5EF4-FFF2-40B4-BE49-F238E27FC236}">
                <a16:creationId xmlns:a16="http://schemas.microsoft.com/office/drawing/2014/main" id="{F2156A1A-F0C8-074F-9AF8-F8A3DBCF37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965780" y="6275843"/>
            <a:ext cx="260435" cy="193534"/>
          </a:xfrm>
          <a:prstGeom prst="rect">
            <a:avLst/>
          </a:prstGeom>
        </p:spPr>
      </p:pic>
      <p:sp>
        <p:nvSpPr>
          <p:cNvPr id="25" name="Title 1">
            <a:extLst>
              <a:ext uri="{FF2B5EF4-FFF2-40B4-BE49-F238E27FC236}">
                <a16:creationId xmlns:a16="http://schemas.microsoft.com/office/drawing/2014/main" id="{FBB27F5B-DBE6-7E44-925F-2EDD44C8DBF4}"/>
              </a:ext>
            </a:extLst>
          </p:cNvPr>
          <p:cNvSpPr>
            <a:spLocks noGrp="1"/>
          </p:cNvSpPr>
          <p:nvPr>
            <p:ph type="title" hasCustomPrompt="1"/>
          </p:nvPr>
        </p:nvSpPr>
        <p:spPr>
          <a:xfrm>
            <a:off x="1147593" y="1847602"/>
            <a:ext cx="4480190" cy="1503119"/>
          </a:xfrm>
        </p:spPr>
        <p:txBody>
          <a:bodyPr anchor="b" anchorCtr="0">
            <a:noAutofit/>
          </a:bodyPr>
          <a:lstStyle>
            <a:lvl1pPr algn="l" eaLnBrk="1" hangingPunct="1">
              <a:defRPr sz="3600" b="1">
                <a:solidFill>
                  <a:schemeClr val="bg1"/>
                </a:solidFill>
              </a:defRPr>
            </a:lvl1pPr>
          </a:lstStyle>
          <a:p>
            <a:pPr eaLnBrk="1" hangingPunct="1"/>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TECHNICAL</a:t>
            </a:r>
            <a:b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ARCHITECTURE</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&amp;</a:t>
            </a:r>
            <a:r>
              <a:rPr lang="zh-TW" altLang="en-US" sz="3600" b="1" dirty="0">
                <a:solidFill>
                  <a:schemeClr val="bg1"/>
                </a:solidFill>
                <a:latin typeface="Open Sans" panose="020B0606030504020204" pitchFamily="34" charset="0"/>
                <a:cs typeface="Open Sans" panose="020B0606030504020204" pitchFamily="34" charset="0"/>
              </a:rPr>
              <a:t> </a:t>
            </a:r>
            <a:r>
              <a:rPr lang="en-US" altLang="zh-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SECURITY</a:t>
            </a:r>
            <a:endParaRPr lang="en-US" altLang="en-TW"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ubtitle 2">
            <a:extLst>
              <a:ext uri="{FF2B5EF4-FFF2-40B4-BE49-F238E27FC236}">
                <a16:creationId xmlns:a16="http://schemas.microsoft.com/office/drawing/2014/main" id="{DF139F11-D8DF-C54F-AADC-375264235D14}"/>
              </a:ext>
            </a:extLst>
          </p:cNvPr>
          <p:cNvSpPr>
            <a:spLocks noGrp="1"/>
          </p:cNvSpPr>
          <p:nvPr>
            <p:ph type="subTitle" idx="1" hasCustomPrompt="1"/>
          </p:nvPr>
        </p:nvSpPr>
        <p:spPr>
          <a:xfrm>
            <a:off x="1147592" y="3716011"/>
            <a:ext cx="4480191" cy="1071563"/>
          </a:xfrm>
        </p:spPr>
        <p:txBody>
          <a:bodyPr>
            <a:noAutofit/>
          </a:bodyPr>
          <a:lstStyle>
            <a:lvl1pPr marL="0" indent="0" algn="l">
              <a:lnSpc>
                <a:spcPct val="150000"/>
              </a:lnSpc>
              <a:buNone/>
              <a:defRPr sz="1400">
                <a:solidFill>
                  <a:schemeClr val="bg1"/>
                </a:solidFill>
                <a:latin typeface="Lato" panose="020F0502020204030203" pitchFamily="34" charset="0"/>
                <a:ea typeface="Open Sans" panose="020B0606030504020204" pitchFamily="34"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nSpc>
                <a:spcPct val="150000"/>
              </a:lnSpc>
            </a:pP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Cloud/On-premise,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Uptime,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Dependability,</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Performance,</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Continuity</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of</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operations/Hot</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fail-over,</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Disaster</a:t>
            </a:r>
            <a:r>
              <a:rPr lang="zh-TW" altLang="en-US" sz="1400" dirty="0">
                <a:solidFill>
                  <a:schemeClr val="bg1"/>
                </a:solidFill>
                <a:latin typeface="Lato" panose="020F0502020204030203" pitchFamily="34" charset="0"/>
                <a:cs typeface="Lato" panose="020F0502020204030203" pitchFamily="34" charset="0"/>
              </a:rPr>
              <a:t> </a:t>
            </a:r>
            <a:r>
              <a:rPr lang="en-US" altLang="zh-TW" sz="1400" dirty="0">
                <a:solidFill>
                  <a:schemeClr val="bg1"/>
                </a:solidFill>
                <a:latin typeface="Lato" panose="020F0502020204030203" pitchFamily="34" charset="0"/>
                <a:ea typeface="Verdana" panose="020B0604030504040204" pitchFamily="34" charset="0"/>
                <a:cs typeface="Lato" panose="020F0502020204030203" pitchFamily="34" charset="0"/>
              </a:rPr>
              <a:t>Recovery</a:t>
            </a:r>
            <a:endParaRPr lang="id-ID" sz="1400" dirty="0">
              <a:solidFill>
                <a:schemeClr val="bg1"/>
              </a:solidFill>
              <a:latin typeface="Lato" panose="020F0502020204030203" pitchFamily="34" charset="0"/>
              <a:ea typeface="Verdana" panose="020B0604030504040204" pitchFamily="34" charset="0"/>
              <a:cs typeface="Lato" panose="020F0502020204030203" pitchFamily="34" charset="0"/>
            </a:endParaRPr>
          </a:p>
        </p:txBody>
      </p:sp>
      <p:cxnSp>
        <p:nvCxnSpPr>
          <p:cNvPr id="23" name="Straight Connector 22">
            <a:extLst>
              <a:ext uri="{FF2B5EF4-FFF2-40B4-BE49-F238E27FC236}">
                <a16:creationId xmlns:a16="http://schemas.microsoft.com/office/drawing/2014/main" id="{E498C464-84ED-9149-807C-7B372F0F4467}"/>
              </a:ext>
            </a:extLst>
          </p:cNvPr>
          <p:cNvCxnSpPr/>
          <p:nvPr userDrawn="1"/>
        </p:nvCxnSpPr>
        <p:spPr>
          <a:xfrm>
            <a:off x="0" y="5799137"/>
            <a:ext cx="12192000" cy="0"/>
          </a:xfrm>
          <a:prstGeom prst="line">
            <a:avLst/>
          </a:prstGeom>
          <a:ln w="34925">
            <a:solidFill>
              <a:schemeClr val="bg2"/>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A2491041-25AB-8FF9-A792-B8064E3271BD}"/>
              </a:ext>
            </a:extLst>
          </p:cNvPr>
          <p:cNvSpPr>
            <a:spLocks noGrp="1"/>
          </p:cNvSpPr>
          <p:nvPr>
            <p:ph idx="10"/>
          </p:nvPr>
        </p:nvSpPr>
        <p:spPr>
          <a:xfrm>
            <a:off x="6226216" y="1484602"/>
            <a:ext cx="5222478" cy="3741167"/>
          </a:xfrm>
        </p:spPr>
        <p:txBody>
          <a:bodyPr/>
          <a:lstStyle>
            <a:lvl1pPr>
              <a:defRPr sz="3200"/>
            </a:lvl1pPr>
            <a:lvl2pPr>
              <a:defRPr sz="2800"/>
            </a:lvl2pPr>
            <a:lvl3pPr>
              <a:defRPr sz="2400"/>
            </a:lvl3pPr>
            <a:lvl4pPr marL="1371600" indent="0">
              <a:buNone/>
              <a:defRPr sz="2000"/>
            </a:lvl4pPr>
            <a:lvl5pPr>
              <a:defRPr sz="2000"/>
            </a:lvl5pPr>
            <a:lvl6pPr>
              <a:defRPr sz="2000"/>
            </a:lvl6pPr>
            <a:lvl7pPr>
              <a:defRPr sz="2000"/>
            </a:lvl7pPr>
            <a:lvl8pPr>
              <a:defRPr sz="2000"/>
            </a:lvl8pPr>
            <a:lvl9pPr>
              <a:defRPr sz="2000"/>
            </a:lvl9pPr>
          </a:lstStyle>
          <a:p>
            <a:pPr lvl="3"/>
            <a:endParaRPr lang="en-TW" dirty="0"/>
          </a:p>
        </p:txBody>
      </p:sp>
    </p:spTree>
    <p:extLst>
      <p:ext uri="{BB962C8B-B14F-4D97-AF65-F5344CB8AC3E}">
        <p14:creationId xmlns:p14="http://schemas.microsoft.com/office/powerpoint/2010/main" val="3031184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Headin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D49F848-CC96-ED4B-BE14-CF11B1DE614C}"/>
              </a:ext>
            </a:extLst>
          </p:cNvPr>
          <p:cNvPicPr>
            <a:picLocks noChangeAspect="1"/>
          </p:cNvPicPr>
          <p:nvPr userDrawn="1"/>
        </p:nvPicPr>
        <p:blipFill>
          <a:blip r:embed="rId2"/>
          <a:stretch>
            <a:fillRect/>
          </a:stretch>
        </p:blipFill>
        <p:spPr>
          <a:xfrm rot="5400000">
            <a:off x="442002" y="-236407"/>
            <a:ext cx="1051091" cy="1503696"/>
          </a:xfrm>
          <a:prstGeom prst="rect">
            <a:avLst/>
          </a:prstGeom>
        </p:spPr>
      </p:pic>
      <p:sp>
        <p:nvSpPr>
          <p:cNvPr id="2" name="Title 1">
            <a:extLst>
              <a:ext uri="{FF2B5EF4-FFF2-40B4-BE49-F238E27FC236}">
                <a16:creationId xmlns:a16="http://schemas.microsoft.com/office/drawing/2014/main" id="{4BF32D0E-F06C-1247-9867-F77819248C86}"/>
              </a:ext>
            </a:extLst>
          </p:cNvPr>
          <p:cNvSpPr>
            <a:spLocks noGrp="1"/>
          </p:cNvSpPr>
          <p:nvPr>
            <p:ph type="title" hasCustomPrompt="1"/>
          </p:nvPr>
        </p:nvSpPr>
        <p:spPr>
          <a:xfrm>
            <a:off x="838200" y="508359"/>
            <a:ext cx="10515600" cy="646112"/>
          </a:xfrm>
        </p:spPr>
        <p:txBody>
          <a:bodyPr>
            <a:normAutofit/>
          </a:bodyPr>
          <a:lstStyle>
            <a:lvl1pPr algn="ctr">
              <a:defRPr sz="3200" b="1">
                <a:solidFill>
                  <a:srgbClr val="0D63BA"/>
                </a:solidFill>
              </a:defRPr>
            </a:lvl1pPr>
          </a:lstStyle>
          <a:p>
            <a:r>
              <a:rPr lang="en-US" altLang="zh-TW" dirty="0"/>
              <a:t>HEADING</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3">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Tree>
    <p:extLst>
      <p:ext uri="{BB962C8B-B14F-4D97-AF65-F5344CB8AC3E}">
        <p14:creationId xmlns:p14="http://schemas.microsoft.com/office/powerpoint/2010/main" val="1413720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Heading Dark">
    <p:spTree>
      <p:nvGrpSpPr>
        <p:cNvPr id="1" name=""/>
        <p:cNvGrpSpPr/>
        <p:nvPr/>
      </p:nvGrpSpPr>
      <p:grpSpPr>
        <a:xfrm>
          <a:off x="0" y="0"/>
          <a:ext cx="0" cy="0"/>
          <a:chOff x="0" y="0"/>
          <a:chExt cx="0" cy="0"/>
        </a:xfrm>
      </p:grpSpPr>
      <p:sp>
        <p:nvSpPr>
          <p:cNvPr id="11" name="Rectangle: Rounded Corners 2">
            <a:extLst>
              <a:ext uri="{FF2B5EF4-FFF2-40B4-BE49-F238E27FC236}">
                <a16:creationId xmlns:a16="http://schemas.microsoft.com/office/drawing/2014/main" id="{62CDF25E-B167-B341-B60B-0B7EC03A749F}"/>
              </a:ext>
            </a:extLst>
          </p:cNvPr>
          <p:cNvSpPr/>
          <p:nvPr userDrawn="1"/>
        </p:nvSpPr>
        <p:spPr>
          <a:xfrm>
            <a:off x="0" y="0"/>
            <a:ext cx="12192000" cy="6858000"/>
          </a:xfrm>
          <a:prstGeom prst="roundRect">
            <a:avLst>
              <a:gd name="adj" fmla="val 0"/>
            </a:avLst>
          </a:prstGeom>
          <a:gradFill>
            <a:gsLst>
              <a:gs pos="0">
                <a:srgbClr val="0B539D"/>
              </a:gs>
              <a:gs pos="81000">
                <a:srgbClr val="13182C"/>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pic>
        <p:nvPicPr>
          <p:cNvPr id="12" name="Picture 11">
            <a:extLst>
              <a:ext uri="{FF2B5EF4-FFF2-40B4-BE49-F238E27FC236}">
                <a16:creationId xmlns:a16="http://schemas.microsoft.com/office/drawing/2014/main" id="{F4357F6D-4E5B-F142-B661-378FADD31D83}"/>
              </a:ext>
            </a:extLst>
          </p:cNvPr>
          <p:cNvPicPr>
            <a:picLocks noChangeAspect="1"/>
          </p:cNvPicPr>
          <p:nvPr userDrawn="1"/>
        </p:nvPicPr>
        <p:blipFill>
          <a:blip r:embed="rId2"/>
          <a:stretch>
            <a:fillRect/>
          </a:stretch>
        </p:blipFill>
        <p:spPr>
          <a:xfrm>
            <a:off x="-12384" y="1788234"/>
            <a:ext cx="3985360" cy="4734717"/>
          </a:xfrm>
          <a:prstGeom prst="rect">
            <a:avLst/>
          </a:prstGeom>
        </p:spPr>
      </p:pic>
      <p:pic>
        <p:nvPicPr>
          <p:cNvPr id="17" name="Picture 16">
            <a:extLst>
              <a:ext uri="{FF2B5EF4-FFF2-40B4-BE49-F238E27FC236}">
                <a16:creationId xmlns:a16="http://schemas.microsoft.com/office/drawing/2014/main" id="{C9D9F701-552C-FF4F-9E46-578579180C4A}"/>
              </a:ext>
            </a:extLst>
          </p:cNvPr>
          <p:cNvPicPr>
            <a:picLocks noChangeAspect="1"/>
          </p:cNvPicPr>
          <p:nvPr userDrawn="1"/>
        </p:nvPicPr>
        <p:blipFill>
          <a:blip r:embed="rId3">
            <a:alphaModFix amt="45000"/>
          </a:blip>
          <a:stretch>
            <a:fillRect/>
          </a:stretch>
        </p:blipFill>
        <p:spPr>
          <a:xfrm>
            <a:off x="4723979" y="0"/>
            <a:ext cx="7496125" cy="4335226"/>
          </a:xfrm>
          <a:prstGeom prst="rect">
            <a:avLst/>
          </a:prstGeom>
        </p:spPr>
      </p:pic>
      <p:pic>
        <p:nvPicPr>
          <p:cNvPr id="20" name="Picture 19">
            <a:extLst>
              <a:ext uri="{FF2B5EF4-FFF2-40B4-BE49-F238E27FC236}">
                <a16:creationId xmlns:a16="http://schemas.microsoft.com/office/drawing/2014/main" id="{D227D0DB-7CC4-E14F-9108-752DC18E58F3}"/>
              </a:ext>
            </a:extLst>
          </p:cNvPr>
          <p:cNvPicPr>
            <a:picLocks noChangeAspect="1"/>
          </p:cNvPicPr>
          <p:nvPr userDrawn="1"/>
        </p:nvPicPr>
        <p:blipFill>
          <a:blip r:embed="rId4"/>
          <a:stretch>
            <a:fillRect/>
          </a:stretch>
        </p:blipFill>
        <p:spPr>
          <a:xfrm>
            <a:off x="-12384" y="4468355"/>
            <a:ext cx="2846433" cy="2563614"/>
          </a:xfrm>
          <a:prstGeom prst="rect">
            <a:avLst/>
          </a:prstGeom>
        </p:spPr>
      </p:pic>
      <p:sp>
        <p:nvSpPr>
          <p:cNvPr id="2" name="Title 1">
            <a:extLst>
              <a:ext uri="{FF2B5EF4-FFF2-40B4-BE49-F238E27FC236}">
                <a16:creationId xmlns:a16="http://schemas.microsoft.com/office/drawing/2014/main" id="{4BF32D0E-F06C-1247-9867-F77819248C86}"/>
              </a:ext>
            </a:extLst>
          </p:cNvPr>
          <p:cNvSpPr>
            <a:spLocks noGrp="1"/>
          </p:cNvSpPr>
          <p:nvPr>
            <p:ph type="title" hasCustomPrompt="1"/>
          </p:nvPr>
        </p:nvSpPr>
        <p:spPr>
          <a:xfrm>
            <a:off x="838200" y="508359"/>
            <a:ext cx="10515600" cy="646112"/>
          </a:xfrm>
        </p:spPr>
        <p:txBody>
          <a:bodyPr>
            <a:normAutofit/>
          </a:bodyPr>
          <a:lstStyle>
            <a:lvl1pPr algn="ctr">
              <a:defRPr sz="3200" b="1" i="0">
                <a:solidFill>
                  <a:schemeClr val="bg1"/>
                </a:solidFill>
                <a:latin typeface="Segoe UI" panose="020B0502040204020203" pitchFamily="34" charset="0"/>
                <a:cs typeface="Segoe UI" panose="020B0502040204020203" pitchFamily="34" charset="0"/>
              </a:defRPr>
            </a:lvl1pPr>
          </a:lstStyle>
          <a:p>
            <a:r>
              <a:rPr lang="en-US" dirty="0"/>
              <a:t>HEADING</a:t>
            </a:r>
            <a:endParaRPr lang="en-TW" dirty="0"/>
          </a:p>
        </p:txBody>
      </p:sp>
      <p:grpSp>
        <p:nvGrpSpPr>
          <p:cNvPr id="24" name="Group 7">
            <a:extLst>
              <a:ext uri="{FF2B5EF4-FFF2-40B4-BE49-F238E27FC236}">
                <a16:creationId xmlns:a16="http://schemas.microsoft.com/office/drawing/2014/main" id="{A4F4E13E-48EA-5749-B978-09DB0E1C8658}"/>
              </a:ext>
            </a:extLst>
          </p:cNvPr>
          <p:cNvGrpSpPr>
            <a:grpSpLocks/>
          </p:cNvGrpSpPr>
          <p:nvPr userDrawn="1"/>
        </p:nvGrpSpPr>
        <p:grpSpPr bwMode="auto">
          <a:xfrm>
            <a:off x="5734050" y="1266197"/>
            <a:ext cx="723900" cy="85725"/>
            <a:chOff x="5734162" y="1266347"/>
            <a:chExt cx="723676" cy="86368"/>
          </a:xfrm>
        </p:grpSpPr>
        <p:sp>
          <p:nvSpPr>
            <p:cNvPr id="25" name="Oval 24">
              <a:extLst>
                <a:ext uri="{FF2B5EF4-FFF2-40B4-BE49-F238E27FC236}">
                  <a16:creationId xmlns:a16="http://schemas.microsoft.com/office/drawing/2014/main" id="{3459279D-9AF0-5D46-9C64-B1AA4634CABB}"/>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26" name="Oval 25">
              <a:extLst>
                <a:ext uri="{FF2B5EF4-FFF2-40B4-BE49-F238E27FC236}">
                  <a16:creationId xmlns:a16="http://schemas.microsoft.com/office/drawing/2014/main" id="{BA71B7FE-672A-4049-B60D-071743ACB6F2}"/>
                </a:ext>
              </a:extLst>
            </p:cNvPr>
            <p:cNvSpPr/>
            <p:nvPr/>
          </p:nvSpPr>
          <p:spPr>
            <a:xfrm>
              <a:off x="6372140"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27" name="Oval 26">
              <a:extLst>
                <a:ext uri="{FF2B5EF4-FFF2-40B4-BE49-F238E27FC236}">
                  <a16:creationId xmlns:a16="http://schemas.microsoft.com/office/drawing/2014/main" id="{9EBE2795-0BEB-2447-B9DB-8FE34EF8A37F}"/>
                </a:ext>
              </a:extLst>
            </p:cNvPr>
            <p:cNvSpPr/>
            <p:nvPr/>
          </p:nvSpPr>
          <p:spPr>
            <a:xfrm>
              <a:off x="5734162" y="1266347"/>
              <a:ext cx="85698" cy="863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sp>
        <p:nvSpPr>
          <p:cNvPr id="28" name="PpSlideNum">
            <a:extLst>
              <a:ext uri="{FF2B5EF4-FFF2-40B4-BE49-F238E27FC236}">
                <a16:creationId xmlns:a16="http://schemas.microsoft.com/office/drawing/2014/main" id="{03E6FCA3-FE57-E449-AD3B-314E7BA10EBA}"/>
              </a:ext>
            </a:extLst>
          </p:cNvPr>
          <p:cNvSpPr txBox="1">
            <a:spLocks/>
          </p:cNvSpPr>
          <p:nvPr userDrawn="1"/>
        </p:nvSpPr>
        <p:spPr bwMode="auto">
          <a:xfrm>
            <a:off x="11685893" y="6423111"/>
            <a:ext cx="30016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700">
                <a:solidFill>
                  <a:schemeClr val="tx1"/>
                </a:solidFill>
                <a:latin typeface="Roboto" panose="02000000000000000000" pitchFamily="2" charset="0"/>
              </a:defRPr>
            </a:lvl1pPr>
            <a:lvl2pPr marL="742950" indent="-285750">
              <a:defRPr sz="1700">
                <a:solidFill>
                  <a:schemeClr val="tx1"/>
                </a:solidFill>
                <a:latin typeface="Roboto" panose="02000000000000000000" pitchFamily="2" charset="0"/>
              </a:defRPr>
            </a:lvl2pPr>
            <a:lvl3pPr marL="1143000" indent="-228600">
              <a:defRPr sz="1700">
                <a:solidFill>
                  <a:schemeClr val="tx1"/>
                </a:solidFill>
                <a:latin typeface="Roboto" panose="02000000000000000000" pitchFamily="2" charset="0"/>
              </a:defRPr>
            </a:lvl3pPr>
            <a:lvl4pPr marL="1600200" indent="-228600">
              <a:defRPr sz="1700">
                <a:solidFill>
                  <a:schemeClr val="tx1"/>
                </a:solidFill>
                <a:latin typeface="Roboto" panose="02000000000000000000" pitchFamily="2" charset="0"/>
              </a:defRPr>
            </a:lvl4pPr>
            <a:lvl5pPr marL="2057400" indent="-228600">
              <a:defRPr sz="1700">
                <a:solidFill>
                  <a:schemeClr val="tx1"/>
                </a:solidFill>
                <a:latin typeface="Roboto" panose="02000000000000000000" pitchFamily="2" charset="0"/>
              </a:defRPr>
            </a:lvl5pPr>
            <a:lvl6pPr marL="2514600" indent="-228600" defTabSz="455613" eaLnBrk="0" fontAlgn="base" hangingPunct="0">
              <a:spcBef>
                <a:spcPct val="0"/>
              </a:spcBef>
              <a:spcAft>
                <a:spcPct val="0"/>
              </a:spcAft>
              <a:defRPr sz="1700">
                <a:solidFill>
                  <a:schemeClr val="tx1"/>
                </a:solidFill>
                <a:latin typeface="Roboto" panose="02000000000000000000" pitchFamily="2" charset="0"/>
              </a:defRPr>
            </a:lvl6pPr>
            <a:lvl7pPr marL="2971800" indent="-228600" defTabSz="455613" eaLnBrk="0" fontAlgn="base" hangingPunct="0">
              <a:spcBef>
                <a:spcPct val="0"/>
              </a:spcBef>
              <a:spcAft>
                <a:spcPct val="0"/>
              </a:spcAft>
              <a:defRPr sz="1700">
                <a:solidFill>
                  <a:schemeClr val="tx1"/>
                </a:solidFill>
                <a:latin typeface="Roboto" panose="02000000000000000000" pitchFamily="2" charset="0"/>
              </a:defRPr>
            </a:lvl7pPr>
            <a:lvl8pPr marL="3429000" indent="-228600" defTabSz="455613" eaLnBrk="0" fontAlgn="base" hangingPunct="0">
              <a:spcBef>
                <a:spcPct val="0"/>
              </a:spcBef>
              <a:spcAft>
                <a:spcPct val="0"/>
              </a:spcAft>
              <a:defRPr sz="1700">
                <a:solidFill>
                  <a:schemeClr val="tx1"/>
                </a:solidFill>
                <a:latin typeface="Roboto" panose="02000000000000000000" pitchFamily="2" charset="0"/>
              </a:defRPr>
            </a:lvl8pPr>
            <a:lvl9pPr marL="3886200" indent="-228600" defTabSz="455613" eaLnBrk="0" fontAlgn="base" hangingPunct="0">
              <a:spcBef>
                <a:spcPct val="0"/>
              </a:spcBef>
              <a:spcAft>
                <a:spcPct val="0"/>
              </a:spcAft>
              <a:defRPr sz="1700">
                <a:solidFill>
                  <a:schemeClr val="tx1"/>
                </a:solidFill>
                <a:latin typeface="Roboto" panose="02000000000000000000" pitchFamily="2" charset="0"/>
              </a:defRPr>
            </a:lvl9pPr>
          </a:lstStyle>
          <a:p>
            <a:pPr algn="ctr" eaLnBrk="1" hangingPunct="1"/>
            <a:fld id="{CE6E7CA7-DFCC-1941-90A2-A7E73BDBA21A}" type="slidenum">
              <a:rPr lang="en-US" altLang="en-TW" sz="1100">
                <a:solidFill>
                  <a:schemeClr val="bg1">
                    <a:lumMod val="85000"/>
                  </a:schemeClr>
                </a:solidFill>
                <a:latin typeface="Lato" panose="020F0502020204030203" pitchFamily="34" charset="0"/>
                <a:ea typeface="Verdana" panose="020B0604030504040204" pitchFamily="34" charset="0"/>
                <a:cs typeface="Lato" panose="020F0502020204030203" pitchFamily="34" charset="0"/>
              </a:rPr>
              <a:pPr algn="ctr" eaLnBrk="1" hangingPunct="1"/>
              <a:t>‹#›</a:t>
            </a:fld>
            <a:endParaRPr lang="en-US" altLang="en-TW" sz="1100" dirty="0">
              <a:solidFill>
                <a:schemeClr val="bg1">
                  <a:lumMod val="85000"/>
                </a:schemeClr>
              </a:solidFill>
              <a:latin typeface="Lato" panose="020F0502020204030203" pitchFamily="34" charset="0"/>
              <a:ea typeface="Verdana" panose="020B0604030504040204" pitchFamily="34" charset="0"/>
              <a:cs typeface="Lato" panose="020F0502020204030203" pitchFamily="34" charset="0"/>
            </a:endParaRPr>
          </a:p>
        </p:txBody>
      </p:sp>
      <p:pic>
        <p:nvPicPr>
          <p:cNvPr id="16" name="Picture 15">
            <a:extLst>
              <a:ext uri="{FF2B5EF4-FFF2-40B4-BE49-F238E27FC236}">
                <a16:creationId xmlns:a16="http://schemas.microsoft.com/office/drawing/2014/main" id="{E2FF5BD5-C12A-6649-9FD0-497729BE67D8}"/>
              </a:ext>
            </a:extLst>
          </p:cNvPr>
          <p:cNvPicPr>
            <a:picLocks noChangeAspect="1"/>
          </p:cNvPicPr>
          <p:nvPr userDrawn="1"/>
        </p:nvPicPr>
        <p:blipFill>
          <a:blip r:embed="rId5">
            <a:alphaModFix amt="10000"/>
          </a:blip>
          <a:stretch>
            <a:fillRect/>
          </a:stretch>
        </p:blipFill>
        <p:spPr>
          <a:xfrm rot="5400000">
            <a:off x="442000" y="-240157"/>
            <a:ext cx="1051091" cy="1503696"/>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2D0BB5D8-6A2A-8140-909C-58A42DADBE44}"/>
              </a:ext>
            </a:extLst>
          </p:cNvPr>
          <p:cNvPicPr>
            <a:picLocks noChangeAspect="1"/>
          </p:cNvPicPr>
          <p:nvPr userDrawn="1"/>
        </p:nvPicPr>
        <p:blipFill>
          <a:blip r:embed="rId6">
            <a:alphaModFix/>
            <a:extLst>
              <a:ext uri="{28A0092B-C50C-407E-A947-70E740481C1C}">
                <a14:useLocalDpi xmlns:a14="http://schemas.microsoft.com/office/drawing/2010/main" val="0"/>
              </a:ext>
            </a:extLst>
          </a:blip>
          <a:stretch>
            <a:fillRect/>
          </a:stretch>
        </p:blipFill>
        <p:spPr>
          <a:xfrm>
            <a:off x="305696" y="6400904"/>
            <a:ext cx="260435" cy="193534"/>
          </a:xfrm>
          <a:prstGeom prst="rect">
            <a:avLst/>
          </a:prstGeom>
        </p:spPr>
      </p:pic>
    </p:spTree>
    <p:extLst>
      <p:ext uri="{BB962C8B-B14F-4D97-AF65-F5344CB8AC3E}">
        <p14:creationId xmlns:p14="http://schemas.microsoft.com/office/powerpoint/2010/main" val="1145814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D49F848-CC96-ED4B-BE14-CF11B1DE614C}"/>
              </a:ext>
            </a:extLst>
          </p:cNvPr>
          <p:cNvPicPr>
            <a:picLocks noChangeAspect="1"/>
          </p:cNvPicPr>
          <p:nvPr userDrawn="1"/>
        </p:nvPicPr>
        <p:blipFill>
          <a:blip r:embed="rId2"/>
          <a:stretch>
            <a:fillRect/>
          </a:stretch>
        </p:blipFill>
        <p:spPr>
          <a:xfrm rot="5400000">
            <a:off x="442002" y="-236407"/>
            <a:ext cx="1051091" cy="1503696"/>
          </a:xfrm>
          <a:prstGeom prst="rect">
            <a:avLst/>
          </a:prstGeom>
        </p:spPr>
      </p:pic>
      <p:sp>
        <p:nvSpPr>
          <p:cNvPr id="2" name="Title 1">
            <a:extLst>
              <a:ext uri="{FF2B5EF4-FFF2-40B4-BE49-F238E27FC236}">
                <a16:creationId xmlns:a16="http://schemas.microsoft.com/office/drawing/2014/main" id="{4BF32D0E-F06C-1247-9867-F77819248C86}"/>
              </a:ext>
            </a:extLst>
          </p:cNvPr>
          <p:cNvSpPr>
            <a:spLocks noGrp="1"/>
          </p:cNvSpPr>
          <p:nvPr>
            <p:ph type="title" hasCustomPrompt="1"/>
          </p:nvPr>
        </p:nvSpPr>
        <p:spPr>
          <a:xfrm>
            <a:off x="838200" y="508359"/>
            <a:ext cx="10515600" cy="646112"/>
          </a:xfrm>
        </p:spPr>
        <p:txBody>
          <a:bodyPr>
            <a:normAutofit/>
          </a:bodyPr>
          <a:lstStyle>
            <a:lvl1pPr algn="ctr">
              <a:defRPr sz="3200" b="1">
                <a:solidFill>
                  <a:srgbClr val="0D63BA"/>
                </a:solidFill>
                <a:latin typeface="Segoe UI" panose="020B0502040204020203" pitchFamily="34" charset="0"/>
                <a:cs typeface="Segoe UI" panose="020B0502040204020203" pitchFamily="34" charset="0"/>
              </a:defRPr>
            </a:lvl1pPr>
          </a:lstStyle>
          <a:p>
            <a:r>
              <a:rPr lang="en-US" altLang="zh-TW" dirty="0"/>
              <a:t>STANDARD</a:t>
            </a:r>
            <a:r>
              <a:rPr lang="zh-TW" altLang="en-US" dirty="0"/>
              <a:t> </a:t>
            </a:r>
            <a:r>
              <a:rPr lang="en-US" altLang="zh-TW" dirty="0"/>
              <a:t>TABLE</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3">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Tree>
    <p:extLst>
      <p:ext uri="{BB962C8B-B14F-4D97-AF65-F5344CB8AC3E}">
        <p14:creationId xmlns:p14="http://schemas.microsoft.com/office/powerpoint/2010/main" val="337416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char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120769B-C200-E046-B9C8-0028EE8A748F}"/>
              </a:ext>
            </a:extLst>
          </p:cNvPr>
          <p:cNvPicPr>
            <a:picLocks noChangeAspect="1"/>
          </p:cNvPicPr>
          <p:nvPr userDrawn="1"/>
        </p:nvPicPr>
        <p:blipFill>
          <a:blip r:embed="rId2"/>
          <a:stretch>
            <a:fillRect/>
          </a:stretch>
        </p:blipFill>
        <p:spPr>
          <a:xfrm rot="5400000">
            <a:off x="442002" y="-236407"/>
            <a:ext cx="1051091" cy="1503696"/>
          </a:xfrm>
          <a:prstGeom prst="rect">
            <a:avLst/>
          </a:prstGeom>
        </p:spPr>
      </p:pic>
      <p:sp>
        <p:nvSpPr>
          <p:cNvPr id="2" name="Title 1">
            <a:extLst>
              <a:ext uri="{FF2B5EF4-FFF2-40B4-BE49-F238E27FC236}">
                <a16:creationId xmlns:a16="http://schemas.microsoft.com/office/drawing/2014/main" id="{4BF32D0E-F06C-1247-9867-F77819248C86}"/>
              </a:ext>
            </a:extLst>
          </p:cNvPr>
          <p:cNvSpPr>
            <a:spLocks noGrp="1"/>
          </p:cNvSpPr>
          <p:nvPr>
            <p:ph type="title" hasCustomPrompt="1"/>
          </p:nvPr>
        </p:nvSpPr>
        <p:spPr>
          <a:xfrm>
            <a:off x="838200" y="508359"/>
            <a:ext cx="10515600" cy="646112"/>
          </a:xfrm>
        </p:spPr>
        <p:txBody>
          <a:bodyPr>
            <a:normAutofit/>
          </a:bodyPr>
          <a:lstStyle>
            <a:lvl1pPr algn="ctr">
              <a:defRPr sz="3200" b="1">
                <a:solidFill>
                  <a:srgbClr val="0D63BA"/>
                </a:solidFill>
                <a:latin typeface="Segoe UI" panose="020B0502040204020203" pitchFamily="34" charset="0"/>
                <a:cs typeface="Segoe UI" panose="020B0502040204020203" pitchFamily="34" charset="0"/>
              </a:defRPr>
            </a:lvl1pPr>
          </a:lstStyle>
          <a:p>
            <a:r>
              <a:rPr lang="en-US" altLang="zh-TW" dirty="0"/>
              <a:t>REGIONAL</a:t>
            </a:r>
            <a:r>
              <a:rPr lang="zh-TW" altLang="en-US" dirty="0"/>
              <a:t> </a:t>
            </a:r>
            <a:r>
              <a:rPr lang="en-US" altLang="zh-TW" dirty="0"/>
              <a:t>CONCEPT</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3">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Tree>
    <p:extLst>
      <p:ext uri="{BB962C8B-B14F-4D97-AF65-F5344CB8AC3E}">
        <p14:creationId xmlns:p14="http://schemas.microsoft.com/office/powerpoint/2010/main" val="4146615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image -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2D0E-F06C-1247-9867-F77819248C86}"/>
              </a:ext>
            </a:extLst>
          </p:cNvPr>
          <p:cNvSpPr>
            <a:spLocks noGrp="1"/>
          </p:cNvSpPr>
          <p:nvPr>
            <p:ph type="title"/>
          </p:nvPr>
        </p:nvSpPr>
        <p:spPr>
          <a:xfrm>
            <a:off x="838200" y="508359"/>
            <a:ext cx="10515600" cy="646112"/>
          </a:xfrm>
        </p:spPr>
        <p:txBody>
          <a:bodyPr>
            <a:normAutofit/>
          </a:bodyPr>
          <a:lstStyle>
            <a:lvl1pPr algn="ctr">
              <a:defRPr sz="3200" b="1">
                <a:solidFill>
                  <a:srgbClr val="0D63BA"/>
                </a:solidFill>
              </a:defRPr>
            </a:lvl1pPr>
          </a:lstStyle>
          <a:p>
            <a:r>
              <a:rPr lang="en-US" dirty="0"/>
              <a:t>Click to edit Master title style</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
        <p:nvSpPr>
          <p:cNvPr id="11" name="Content Placeholder 2">
            <a:extLst>
              <a:ext uri="{FF2B5EF4-FFF2-40B4-BE49-F238E27FC236}">
                <a16:creationId xmlns:a16="http://schemas.microsoft.com/office/drawing/2014/main" id="{ADBDEE1A-0911-1C46-BDC5-9479EC880082}"/>
              </a:ext>
            </a:extLst>
          </p:cNvPr>
          <p:cNvSpPr>
            <a:spLocks noGrp="1"/>
          </p:cNvSpPr>
          <p:nvPr>
            <p:ph idx="1"/>
          </p:nvPr>
        </p:nvSpPr>
        <p:spPr>
          <a:xfrm>
            <a:off x="6951785" y="2085201"/>
            <a:ext cx="4230565" cy="3741167"/>
          </a:xfrm>
        </p:spPr>
        <p:txBody>
          <a:bodyPr/>
          <a:lstStyle>
            <a:lvl1pPr>
              <a:defRPr sz="3200"/>
            </a:lvl1pPr>
            <a:lvl2pPr>
              <a:defRPr sz="2800"/>
            </a:lvl2pPr>
            <a:lvl3pPr>
              <a:defRPr sz="2400"/>
            </a:lvl3pPr>
            <a:lvl4pPr marL="1371600" indent="0">
              <a:buNone/>
              <a:defRPr sz="2000"/>
            </a:lvl4pPr>
            <a:lvl5pPr>
              <a:defRPr sz="2000"/>
            </a:lvl5pPr>
            <a:lvl6pPr>
              <a:defRPr sz="2000"/>
            </a:lvl6pPr>
            <a:lvl7pPr>
              <a:defRPr sz="2000"/>
            </a:lvl7pPr>
            <a:lvl8pPr>
              <a:defRPr sz="2000"/>
            </a:lvl8pPr>
            <a:lvl9pPr>
              <a:defRPr sz="2000"/>
            </a:lvl9pPr>
          </a:lstStyle>
          <a:p>
            <a:pPr lvl="3"/>
            <a:endParaRPr lang="en-TW" dirty="0"/>
          </a:p>
        </p:txBody>
      </p:sp>
      <p:sp>
        <p:nvSpPr>
          <p:cNvPr id="12" name="Text Placeholder 3">
            <a:extLst>
              <a:ext uri="{FF2B5EF4-FFF2-40B4-BE49-F238E27FC236}">
                <a16:creationId xmlns:a16="http://schemas.microsoft.com/office/drawing/2014/main" id="{1D573C92-06E1-5443-8FF4-206EF0C7174D}"/>
              </a:ext>
            </a:extLst>
          </p:cNvPr>
          <p:cNvSpPr>
            <a:spLocks noGrp="1"/>
          </p:cNvSpPr>
          <p:nvPr>
            <p:ph type="body" sz="half" idx="2"/>
          </p:nvPr>
        </p:nvSpPr>
        <p:spPr>
          <a:xfrm>
            <a:off x="1147583" y="2085202"/>
            <a:ext cx="5593988" cy="443320"/>
          </a:xfrm>
        </p:spPr>
        <p:txBody>
          <a:bodyPr>
            <a:noAutofit/>
          </a:bodyPr>
          <a:lstStyle>
            <a:lvl1pPr marL="0" indent="0">
              <a:lnSpc>
                <a:spcPct val="150000"/>
              </a:lnSpc>
              <a:buClr>
                <a:srgbClr val="0D63BA"/>
              </a:buClr>
              <a:buFont typeface="Arial" panose="020B0604020202020204" pitchFamily="34" charset="0"/>
              <a:buNone/>
              <a:defRPr sz="1800" b="1">
                <a:solidFill>
                  <a:srgbClr val="0D63BA"/>
                </a:solidFill>
                <a:latin typeface="Segoe UI" panose="020B0502040204020203" pitchFamily="34" charset="0"/>
                <a:ea typeface="Open Sans" panose="020B0606030504020204" pitchFamily="34" charset="0"/>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3">
            <a:extLst>
              <a:ext uri="{FF2B5EF4-FFF2-40B4-BE49-F238E27FC236}">
                <a16:creationId xmlns:a16="http://schemas.microsoft.com/office/drawing/2014/main" id="{38ACE657-5C02-A54D-8813-89484DF32DA5}"/>
              </a:ext>
            </a:extLst>
          </p:cNvPr>
          <p:cNvSpPr>
            <a:spLocks noGrp="1"/>
          </p:cNvSpPr>
          <p:nvPr>
            <p:ph type="body" sz="half" idx="10"/>
          </p:nvPr>
        </p:nvSpPr>
        <p:spPr>
          <a:xfrm>
            <a:off x="1147583" y="2528522"/>
            <a:ext cx="5593988" cy="1141289"/>
          </a:xfrm>
        </p:spPr>
        <p:txBody>
          <a:bodyPr>
            <a:normAutofit/>
          </a:bodyPr>
          <a:lstStyle>
            <a:lvl1pPr marL="285750" indent="-285750">
              <a:lnSpc>
                <a:spcPct val="150000"/>
              </a:lnSpc>
              <a:buClr>
                <a:srgbClr val="0D63BA"/>
              </a:buClr>
              <a:buFont typeface="Arial" panose="020B0604020202020204" pitchFamily="34" charset="0"/>
              <a:buChar char="•"/>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0" name="Text Placeholder 3">
            <a:extLst>
              <a:ext uri="{FF2B5EF4-FFF2-40B4-BE49-F238E27FC236}">
                <a16:creationId xmlns:a16="http://schemas.microsoft.com/office/drawing/2014/main" id="{7205CC1E-B887-7846-8F28-3CAAE79D9670}"/>
              </a:ext>
            </a:extLst>
          </p:cNvPr>
          <p:cNvSpPr>
            <a:spLocks noGrp="1"/>
          </p:cNvSpPr>
          <p:nvPr>
            <p:ph type="body" sz="half" idx="11"/>
          </p:nvPr>
        </p:nvSpPr>
        <p:spPr>
          <a:xfrm>
            <a:off x="1147583" y="4031233"/>
            <a:ext cx="5593988" cy="443320"/>
          </a:xfrm>
        </p:spPr>
        <p:txBody>
          <a:bodyPr>
            <a:noAutofit/>
          </a:bodyPr>
          <a:lstStyle>
            <a:lvl1pPr marL="0" indent="0">
              <a:lnSpc>
                <a:spcPct val="150000"/>
              </a:lnSpc>
              <a:buClr>
                <a:srgbClr val="0D63BA"/>
              </a:buClr>
              <a:buFont typeface="Arial" panose="020B0604020202020204" pitchFamily="34" charset="0"/>
              <a:buNone/>
              <a:defRPr sz="1800" b="1">
                <a:solidFill>
                  <a:srgbClr val="0D63BA"/>
                </a:solidFill>
                <a:latin typeface="Segoe UI" panose="020B0502040204020203" pitchFamily="34" charset="0"/>
                <a:ea typeface="Open Sans" panose="020B0606030504020204" pitchFamily="34" charset="0"/>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3">
            <a:extLst>
              <a:ext uri="{FF2B5EF4-FFF2-40B4-BE49-F238E27FC236}">
                <a16:creationId xmlns:a16="http://schemas.microsoft.com/office/drawing/2014/main" id="{FBB4313E-E2AB-1A48-8510-65075F9BCCB7}"/>
              </a:ext>
            </a:extLst>
          </p:cNvPr>
          <p:cNvSpPr>
            <a:spLocks noGrp="1"/>
          </p:cNvSpPr>
          <p:nvPr>
            <p:ph type="body" sz="half" idx="12"/>
          </p:nvPr>
        </p:nvSpPr>
        <p:spPr>
          <a:xfrm>
            <a:off x="1147583" y="4474553"/>
            <a:ext cx="5593988" cy="886641"/>
          </a:xfrm>
        </p:spPr>
        <p:txBody>
          <a:bodyPr>
            <a:normAutofit/>
          </a:bodyPr>
          <a:lstStyle>
            <a:lvl1pPr marL="285750" indent="-285750">
              <a:lnSpc>
                <a:spcPct val="150000"/>
              </a:lnSpc>
              <a:buClr>
                <a:srgbClr val="0D63BA"/>
              </a:buClr>
              <a:buFont typeface="Arial" panose="020B0604020202020204" pitchFamily="34" charset="0"/>
              <a:buChar char="•"/>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2" name="Text Placeholder 3">
            <a:extLst>
              <a:ext uri="{FF2B5EF4-FFF2-40B4-BE49-F238E27FC236}">
                <a16:creationId xmlns:a16="http://schemas.microsoft.com/office/drawing/2014/main" id="{5C45EF3A-D886-6048-BDC7-8833D4E37DB5}"/>
              </a:ext>
            </a:extLst>
          </p:cNvPr>
          <p:cNvSpPr>
            <a:spLocks noGrp="1"/>
          </p:cNvSpPr>
          <p:nvPr>
            <p:ph type="body" sz="half" idx="13"/>
          </p:nvPr>
        </p:nvSpPr>
        <p:spPr>
          <a:xfrm>
            <a:off x="1510999" y="5361194"/>
            <a:ext cx="5230572" cy="465174"/>
          </a:xfrm>
        </p:spPr>
        <p:txBody>
          <a:bodyPr>
            <a:normAutofit/>
          </a:bodyPr>
          <a:lstStyle>
            <a:lvl1pPr marL="0" indent="0">
              <a:lnSpc>
                <a:spcPct val="150000"/>
              </a:lnSpc>
              <a:buClr>
                <a:srgbClr val="0D63BA"/>
              </a:buClr>
              <a:buFont typeface="Arial" panose="020B0604020202020204" pitchFamily="34" charset="0"/>
              <a:buNone/>
              <a:defRPr sz="1400">
                <a:solidFill>
                  <a:schemeClr val="bg2">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23" name="Picture 22" descr="Shape&#10;&#10;Description automatically generated">
            <a:extLst>
              <a:ext uri="{FF2B5EF4-FFF2-40B4-BE49-F238E27FC236}">
                <a16:creationId xmlns:a16="http://schemas.microsoft.com/office/drawing/2014/main" id="{16BB34C3-2C49-C140-BE97-D6C3840EF196}"/>
              </a:ext>
            </a:extLst>
          </p:cNvPr>
          <p:cNvPicPr>
            <a:picLocks noChangeAspect="1"/>
          </p:cNvPicPr>
          <p:nvPr userDrawn="1"/>
        </p:nvPicPr>
        <p:blipFill rotWithShape="1">
          <a:blip r:embed="rId3"/>
          <a:srcRect r="34547"/>
          <a:stretch/>
        </p:blipFill>
        <p:spPr>
          <a:xfrm flipH="1">
            <a:off x="-11942" y="4876318"/>
            <a:ext cx="981263" cy="1423895"/>
          </a:xfrm>
          <a:prstGeom prst="rect">
            <a:avLst/>
          </a:prstGeom>
        </p:spPr>
      </p:pic>
    </p:spTree>
    <p:extLst>
      <p:ext uri="{BB962C8B-B14F-4D97-AF65-F5344CB8AC3E}">
        <p14:creationId xmlns:p14="http://schemas.microsoft.com/office/powerpoint/2010/main" val="47829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image -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2D0E-F06C-1247-9867-F77819248C86}"/>
              </a:ext>
            </a:extLst>
          </p:cNvPr>
          <p:cNvSpPr>
            <a:spLocks noGrp="1"/>
          </p:cNvSpPr>
          <p:nvPr>
            <p:ph type="title"/>
          </p:nvPr>
        </p:nvSpPr>
        <p:spPr>
          <a:xfrm>
            <a:off x="838200" y="508359"/>
            <a:ext cx="10515600" cy="646112"/>
          </a:xfrm>
        </p:spPr>
        <p:txBody>
          <a:bodyPr>
            <a:normAutofit/>
          </a:bodyPr>
          <a:lstStyle>
            <a:lvl1pPr algn="ctr">
              <a:defRPr sz="3200" b="1">
                <a:solidFill>
                  <a:srgbClr val="0D63BA"/>
                </a:solidFill>
              </a:defRPr>
            </a:lvl1pPr>
          </a:lstStyle>
          <a:p>
            <a:r>
              <a:rPr lang="en-US" dirty="0"/>
              <a:t>Click to edit Master title style</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
        <p:nvSpPr>
          <p:cNvPr id="11" name="Content Placeholder 2">
            <a:extLst>
              <a:ext uri="{FF2B5EF4-FFF2-40B4-BE49-F238E27FC236}">
                <a16:creationId xmlns:a16="http://schemas.microsoft.com/office/drawing/2014/main" id="{ADBDEE1A-0911-1C46-BDC5-9479EC880082}"/>
              </a:ext>
            </a:extLst>
          </p:cNvPr>
          <p:cNvSpPr>
            <a:spLocks noGrp="1"/>
          </p:cNvSpPr>
          <p:nvPr>
            <p:ph idx="1"/>
          </p:nvPr>
        </p:nvSpPr>
        <p:spPr>
          <a:xfrm>
            <a:off x="1009649" y="2085201"/>
            <a:ext cx="4724399" cy="3741167"/>
          </a:xfrm>
        </p:spPr>
        <p:txBody>
          <a:bodyPr/>
          <a:lstStyle>
            <a:lvl1pPr>
              <a:defRPr sz="3200"/>
            </a:lvl1pPr>
            <a:lvl2pPr>
              <a:defRPr sz="2800"/>
            </a:lvl2pPr>
            <a:lvl3pPr>
              <a:defRPr sz="2400"/>
            </a:lvl3pPr>
            <a:lvl4pPr marL="1371600" indent="0">
              <a:buNone/>
              <a:defRPr sz="2000"/>
            </a:lvl4pPr>
            <a:lvl5pPr>
              <a:defRPr sz="2000"/>
            </a:lvl5pPr>
            <a:lvl6pPr>
              <a:defRPr sz="2000"/>
            </a:lvl6pPr>
            <a:lvl7pPr>
              <a:defRPr sz="2000"/>
            </a:lvl7pPr>
            <a:lvl8pPr>
              <a:defRPr sz="2000"/>
            </a:lvl8pPr>
            <a:lvl9pPr>
              <a:defRPr sz="2000"/>
            </a:lvl9pPr>
          </a:lstStyle>
          <a:p>
            <a:pPr lvl="3"/>
            <a:endParaRPr lang="en-TW" dirty="0"/>
          </a:p>
        </p:txBody>
      </p:sp>
      <p:sp>
        <p:nvSpPr>
          <p:cNvPr id="12" name="Text Placeholder 3">
            <a:extLst>
              <a:ext uri="{FF2B5EF4-FFF2-40B4-BE49-F238E27FC236}">
                <a16:creationId xmlns:a16="http://schemas.microsoft.com/office/drawing/2014/main" id="{1D573C92-06E1-5443-8FF4-206EF0C7174D}"/>
              </a:ext>
            </a:extLst>
          </p:cNvPr>
          <p:cNvSpPr>
            <a:spLocks noGrp="1"/>
          </p:cNvSpPr>
          <p:nvPr>
            <p:ph type="body" sz="half" idx="2"/>
          </p:nvPr>
        </p:nvSpPr>
        <p:spPr>
          <a:xfrm>
            <a:off x="6053137" y="2085201"/>
            <a:ext cx="5129213" cy="3741167"/>
          </a:xfrm>
        </p:spPr>
        <p:txBody>
          <a:bodyPr>
            <a:normAutofit/>
          </a:bodyPr>
          <a:lstStyle>
            <a:lvl1pPr marL="0" indent="0">
              <a:lnSpc>
                <a:spcPct val="150000"/>
              </a:lnSpc>
              <a:buFont typeface="Arial" panose="020B0604020202020204" pitchFamily="34" charse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19" name="Picture 18" descr="Shape&#10;&#10;Description automatically generated">
            <a:extLst>
              <a:ext uri="{FF2B5EF4-FFF2-40B4-BE49-F238E27FC236}">
                <a16:creationId xmlns:a16="http://schemas.microsoft.com/office/drawing/2014/main" id="{3CF4F849-BCC6-7F40-B1FA-1980B322563D}"/>
              </a:ext>
            </a:extLst>
          </p:cNvPr>
          <p:cNvPicPr>
            <a:picLocks noChangeAspect="1"/>
          </p:cNvPicPr>
          <p:nvPr userDrawn="1"/>
        </p:nvPicPr>
        <p:blipFill rotWithShape="1">
          <a:blip r:embed="rId3"/>
          <a:srcRect r="34547"/>
          <a:stretch/>
        </p:blipFill>
        <p:spPr>
          <a:xfrm flipH="1">
            <a:off x="-11942" y="4876318"/>
            <a:ext cx="981263" cy="1423895"/>
          </a:xfrm>
          <a:prstGeom prst="rect">
            <a:avLst/>
          </a:prstGeom>
        </p:spPr>
      </p:pic>
    </p:spTree>
    <p:extLst>
      <p:ext uri="{BB962C8B-B14F-4D97-AF65-F5344CB8AC3E}">
        <p14:creationId xmlns:p14="http://schemas.microsoft.com/office/powerpoint/2010/main" val="3343077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image - cente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2D0E-F06C-1247-9867-F77819248C86}"/>
              </a:ext>
            </a:extLst>
          </p:cNvPr>
          <p:cNvSpPr>
            <a:spLocks noGrp="1"/>
          </p:cNvSpPr>
          <p:nvPr>
            <p:ph type="title"/>
          </p:nvPr>
        </p:nvSpPr>
        <p:spPr>
          <a:xfrm>
            <a:off x="838200" y="508359"/>
            <a:ext cx="10515600" cy="646112"/>
          </a:xfrm>
        </p:spPr>
        <p:txBody>
          <a:bodyPr>
            <a:normAutofit/>
          </a:bodyPr>
          <a:lstStyle>
            <a:lvl1pPr algn="ctr">
              <a:defRPr sz="3200" b="1">
                <a:solidFill>
                  <a:srgbClr val="0D63BA"/>
                </a:solidFill>
              </a:defRPr>
            </a:lvl1pPr>
          </a:lstStyle>
          <a:p>
            <a:r>
              <a:rPr lang="en-US" dirty="0"/>
              <a:t>Click to edit Master title style</a:t>
            </a:r>
            <a:endParaRPr lang="en-TW" dirty="0"/>
          </a:p>
        </p:txBody>
      </p:sp>
      <p:grpSp>
        <p:nvGrpSpPr>
          <p:cNvPr id="13" name="Group 12">
            <a:extLst>
              <a:ext uri="{FF2B5EF4-FFF2-40B4-BE49-F238E27FC236}">
                <a16:creationId xmlns:a16="http://schemas.microsoft.com/office/drawing/2014/main" id="{762B2E06-3018-C340-823E-9CFE7A775971}"/>
              </a:ext>
            </a:extLst>
          </p:cNvPr>
          <p:cNvGrpSpPr>
            <a:grpSpLocks/>
          </p:cNvGrpSpPr>
          <p:nvPr userDrawn="1"/>
        </p:nvGrpSpPr>
        <p:grpSpPr bwMode="auto">
          <a:xfrm>
            <a:off x="5734050" y="1270136"/>
            <a:ext cx="723900" cy="85725"/>
            <a:chOff x="5734162" y="1266347"/>
            <a:chExt cx="723676" cy="86368"/>
          </a:xfrm>
        </p:grpSpPr>
        <p:sp>
          <p:nvSpPr>
            <p:cNvPr id="14" name="Oval 13">
              <a:extLst>
                <a:ext uri="{FF2B5EF4-FFF2-40B4-BE49-F238E27FC236}">
                  <a16:creationId xmlns:a16="http://schemas.microsoft.com/office/drawing/2014/main" id="{B7C5EA76-576D-314E-A508-4B15AFF92A9A}"/>
                </a:ext>
              </a:extLst>
            </p:cNvPr>
            <p:cNvSpPr/>
            <p:nvPr/>
          </p:nvSpPr>
          <p:spPr>
            <a:xfrm>
              <a:off x="6053151" y="1266347"/>
              <a:ext cx="85698" cy="863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5" name="Oval 14">
              <a:extLst>
                <a:ext uri="{FF2B5EF4-FFF2-40B4-BE49-F238E27FC236}">
                  <a16:creationId xmlns:a16="http://schemas.microsoft.com/office/drawing/2014/main" id="{4C3FC24A-76D7-F24F-ADA2-20C617A8CE48}"/>
                </a:ext>
              </a:extLst>
            </p:cNvPr>
            <p:cNvSpPr/>
            <p:nvPr/>
          </p:nvSpPr>
          <p:spPr>
            <a:xfrm>
              <a:off x="6372140"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16" name="Oval 15">
              <a:extLst>
                <a:ext uri="{FF2B5EF4-FFF2-40B4-BE49-F238E27FC236}">
                  <a16:creationId xmlns:a16="http://schemas.microsoft.com/office/drawing/2014/main" id="{D38CD77C-5D32-6440-8927-BB28A97BFF3E}"/>
                </a:ext>
              </a:extLst>
            </p:cNvPr>
            <p:cNvSpPr/>
            <p:nvPr/>
          </p:nvSpPr>
          <p:spPr>
            <a:xfrm>
              <a:off x="5734162" y="1266347"/>
              <a:ext cx="85698" cy="863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grpSp>
      <p:pic>
        <p:nvPicPr>
          <p:cNvPr id="18" name="Picture 17" descr="A picture containing text, clipart, vector graphics&#10;&#10;Description automatically generated">
            <a:extLst>
              <a:ext uri="{FF2B5EF4-FFF2-40B4-BE49-F238E27FC236}">
                <a16:creationId xmlns:a16="http://schemas.microsoft.com/office/drawing/2014/main" id="{071FDCC9-F0FA-8245-A943-75C73A57CA90}"/>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87155" y="6387126"/>
            <a:ext cx="278976" cy="207312"/>
          </a:xfrm>
          <a:prstGeom prst="rect">
            <a:avLst/>
          </a:prstGeom>
        </p:spPr>
      </p:pic>
      <p:sp>
        <p:nvSpPr>
          <p:cNvPr id="11" name="Content Placeholder 2">
            <a:extLst>
              <a:ext uri="{FF2B5EF4-FFF2-40B4-BE49-F238E27FC236}">
                <a16:creationId xmlns:a16="http://schemas.microsoft.com/office/drawing/2014/main" id="{ADBDEE1A-0911-1C46-BDC5-9479EC880082}"/>
              </a:ext>
            </a:extLst>
          </p:cNvPr>
          <p:cNvSpPr>
            <a:spLocks noGrp="1"/>
          </p:cNvSpPr>
          <p:nvPr>
            <p:ph idx="1"/>
          </p:nvPr>
        </p:nvSpPr>
        <p:spPr>
          <a:xfrm>
            <a:off x="1147584" y="1742993"/>
            <a:ext cx="10034766" cy="2705575"/>
          </a:xfrm>
        </p:spPr>
        <p:txBody>
          <a:bodyPr/>
          <a:lstStyle>
            <a:lvl1pPr>
              <a:defRPr sz="3200"/>
            </a:lvl1pPr>
            <a:lvl2pPr>
              <a:defRPr sz="2800"/>
            </a:lvl2pPr>
            <a:lvl3pPr>
              <a:defRPr sz="2400"/>
            </a:lvl3pPr>
            <a:lvl4pPr marL="1371600" indent="0">
              <a:buNone/>
              <a:defRPr sz="2000"/>
            </a:lvl4pPr>
            <a:lvl5pPr>
              <a:defRPr sz="2000"/>
            </a:lvl5pPr>
            <a:lvl6pPr>
              <a:defRPr sz="2000"/>
            </a:lvl6pPr>
            <a:lvl7pPr>
              <a:defRPr sz="2000"/>
            </a:lvl7pPr>
            <a:lvl8pPr>
              <a:defRPr sz="2000"/>
            </a:lvl8pPr>
            <a:lvl9pPr>
              <a:defRPr sz="2000"/>
            </a:lvl9pPr>
          </a:lstStyle>
          <a:p>
            <a:pPr lvl="3"/>
            <a:endParaRPr lang="en-TW" dirty="0"/>
          </a:p>
        </p:txBody>
      </p:sp>
      <p:sp>
        <p:nvSpPr>
          <p:cNvPr id="12" name="Text Placeholder 3">
            <a:extLst>
              <a:ext uri="{FF2B5EF4-FFF2-40B4-BE49-F238E27FC236}">
                <a16:creationId xmlns:a16="http://schemas.microsoft.com/office/drawing/2014/main" id="{1D573C92-06E1-5443-8FF4-206EF0C7174D}"/>
              </a:ext>
            </a:extLst>
          </p:cNvPr>
          <p:cNvSpPr>
            <a:spLocks noGrp="1"/>
          </p:cNvSpPr>
          <p:nvPr>
            <p:ph type="body" sz="half" idx="2"/>
          </p:nvPr>
        </p:nvSpPr>
        <p:spPr>
          <a:xfrm>
            <a:off x="1147583" y="4573522"/>
            <a:ext cx="10034767" cy="1151994"/>
          </a:xfrm>
        </p:spPr>
        <p:txBody>
          <a:bodyPr>
            <a:normAutofit/>
          </a:bodyPr>
          <a:lstStyle>
            <a:lvl1pPr marL="0" indent="0" algn="ctr">
              <a:lnSpc>
                <a:spcPct val="150000"/>
              </a:lnSpc>
              <a:buFont typeface="Arial" panose="020B0604020202020204" pitchFamily="34" charse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19" name="Picture 18" descr="Shape&#10;&#10;Description automatically generated">
            <a:extLst>
              <a:ext uri="{FF2B5EF4-FFF2-40B4-BE49-F238E27FC236}">
                <a16:creationId xmlns:a16="http://schemas.microsoft.com/office/drawing/2014/main" id="{AB711307-0B9A-704E-9F32-51CBD686410B}"/>
              </a:ext>
            </a:extLst>
          </p:cNvPr>
          <p:cNvPicPr>
            <a:picLocks noChangeAspect="1"/>
          </p:cNvPicPr>
          <p:nvPr userDrawn="1"/>
        </p:nvPicPr>
        <p:blipFill rotWithShape="1">
          <a:blip r:embed="rId3"/>
          <a:srcRect r="34547"/>
          <a:stretch/>
        </p:blipFill>
        <p:spPr>
          <a:xfrm flipH="1">
            <a:off x="-11942" y="4876318"/>
            <a:ext cx="981263" cy="1423895"/>
          </a:xfrm>
          <a:prstGeom prst="rect">
            <a:avLst/>
          </a:prstGeom>
        </p:spPr>
      </p:pic>
    </p:spTree>
    <p:extLst>
      <p:ext uri="{BB962C8B-B14F-4D97-AF65-F5344CB8AC3E}">
        <p14:creationId xmlns:p14="http://schemas.microsoft.com/office/powerpoint/2010/main" val="1913595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0B539D"/>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E3FDDD-9033-DB49-9B57-74E6025C9C5C}"/>
              </a:ext>
            </a:extLst>
          </p:cNvPr>
          <p:cNvSpPr/>
          <p:nvPr userDrawn="1"/>
        </p:nvSpPr>
        <p:spPr>
          <a:xfrm>
            <a:off x="11557380" y="6198954"/>
            <a:ext cx="468923" cy="480646"/>
          </a:xfrm>
          <a:prstGeom prst="rect">
            <a:avLst/>
          </a:prstGeom>
          <a:solidFill>
            <a:srgbClr val="0B53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 name="Rectangle: Rounded Corners 2">
            <a:extLst>
              <a:ext uri="{FF2B5EF4-FFF2-40B4-BE49-F238E27FC236}">
                <a16:creationId xmlns:a16="http://schemas.microsoft.com/office/drawing/2014/main" id="{CCE2E096-11BB-1E41-A519-D426FDF66521}"/>
              </a:ext>
            </a:extLst>
          </p:cNvPr>
          <p:cNvSpPr/>
          <p:nvPr userDrawn="1"/>
        </p:nvSpPr>
        <p:spPr>
          <a:xfrm rot="10800000">
            <a:off x="0" y="9940"/>
            <a:ext cx="12192000" cy="4604480"/>
          </a:xfrm>
          <a:prstGeom prst="roundRect">
            <a:avLst>
              <a:gd name="adj" fmla="val 0"/>
            </a:avLst>
          </a:prstGeom>
          <a:gradFill>
            <a:gsLst>
              <a:gs pos="0">
                <a:srgbClr val="0B539D"/>
              </a:gs>
              <a:gs pos="81000">
                <a:srgbClr val="13182C"/>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1" fontAlgn="auto" hangingPunct="1">
              <a:spcBef>
                <a:spcPts val="0"/>
              </a:spcBef>
              <a:spcAft>
                <a:spcPts val="0"/>
              </a:spcAft>
              <a:defRPr/>
            </a:pPr>
            <a:endParaRPr lang="id-ID"/>
          </a:p>
        </p:txBody>
      </p:sp>
      <p:sp>
        <p:nvSpPr>
          <p:cNvPr id="8" name="Hexagon 7">
            <a:extLst>
              <a:ext uri="{FF2B5EF4-FFF2-40B4-BE49-F238E27FC236}">
                <a16:creationId xmlns:a16="http://schemas.microsoft.com/office/drawing/2014/main" id="{11F775C3-18C3-6543-B1CE-8AB550FFBBA2}"/>
              </a:ext>
            </a:extLst>
          </p:cNvPr>
          <p:cNvSpPr/>
          <p:nvPr userDrawn="1"/>
        </p:nvSpPr>
        <p:spPr>
          <a:xfrm rot="20352135">
            <a:off x="7288949" y="-1791622"/>
            <a:ext cx="5613241" cy="4839001"/>
          </a:xfrm>
          <a:prstGeom prst="hexagon">
            <a:avLst/>
          </a:prstGeom>
          <a:solidFill>
            <a:schemeClr val="bg1">
              <a:alpha val="44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pic>
        <p:nvPicPr>
          <p:cNvPr id="9" name="Picture 8">
            <a:extLst>
              <a:ext uri="{FF2B5EF4-FFF2-40B4-BE49-F238E27FC236}">
                <a16:creationId xmlns:a16="http://schemas.microsoft.com/office/drawing/2014/main" id="{FB02CA23-9EB8-7143-9A76-59BEECDA5894}"/>
              </a:ext>
            </a:extLst>
          </p:cNvPr>
          <p:cNvPicPr>
            <a:picLocks noChangeAspect="1"/>
          </p:cNvPicPr>
          <p:nvPr userDrawn="1"/>
        </p:nvPicPr>
        <p:blipFill>
          <a:blip r:embed="rId2"/>
          <a:stretch>
            <a:fillRect/>
          </a:stretch>
        </p:blipFill>
        <p:spPr>
          <a:xfrm rot="5400000">
            <a:off x="9217794" y="3992433"/>
            <a:ext cx="1968498" cy="3830420"/>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9CC8D099-C7EA-2744-8495-5CFEE81B64CD}"/>
              </a:ext>
            </a:extLst>
          </p:cNvPr>
          <p:cNvPicPr>
            <a:picLocks noChangeAspect="1"/>
          </p:cNvPicPr>
          <p:nvPr userDrawn="1"/>
        </p:nvPicPr>
        <p:blipFill rotWithShape="1">
          <a:blip r:embed="rId3">
            <a:alphaModFix amt="84000"/>
            <a:extLst>
              <a:ext uri="{28A0092B-C50C-407E-A947-70E740481C1C}">
                <a14:useLocalDpi xmlns:a14="http://schemas.microsoft.com/office/drawing/2010/main" val="0"/>
              </a:ext>
            </a:extLst>
          </a:blip>
          <a:srcRect l="-1" t="45378" r="20182" b="1"/>
          <a:stretch/>
        </p:blipFill>
        <p:spPr>
          <a:xfrm rot="5400000">
            <a:off x="10285480" y="4961420"/>
            <a:ext cx="2069575" cy="1743464"/>
          </a:xfrm>
          <a:prstGeom prst="rect">
            <a:avLst/>
          </a:prstGeom>
        </p:spPr>
      </p:pic>
      <p:sp>
        <p:nvSpPr>
          <p:cNvPr id="11" name="Hexagon 10">
            <a:extLst>
              <a:ext uri="{FF2B5EF4-FFF2-40B4-BE49-F238E27FC236}">
                <a16:creationId xmlns:a16="http://schemas.microsoft.com/office/drawing/2014/main" id="{7E314CCB-E6AC-E949-ABA8-3ACE5C4786DB}"/>
              </a:ext>
            </a:extLst>
          </p:cNvPr>
          <p:cNvSpPr/>
          <p:nvPr userDrawn="1"/>
        </p:nvSpPr>
        <p:spPr>
          <a:xfrm rot="20441900">
            <a:off x="4105511" y="4656642"/>
            <a:ext cx="2909426" cy="2508126"/>
          </a:xfrm>
          <a:prstGeom prst="hexagon">
            <a:avLst/>
          </a:prstGeom>
          <a:solidFill>
            <a:schemeClr val="bg1">
              <a:alpha val="44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pic>
        <p:nvPicPr>
          <p:cNvPr id="12" name="Picture 11">
            <a:extLst>
              <a:ext uri="{FF2B5EF4-FFF2-40B4-BE49-F238E27FC236}">
                <a16:creationId xmlns:a16="http://schemas.microsoft.com/office/drawing/2014/main" id="{9924A9B1-14FB-EA48-A1E9-3297908029C9}"/>
              </a:ext>
            </a:extLst>
          </p:cNvPr>
          <p:cNvPicPr>
            <a:picLocks noChangeAspect="1"/>
          </p:cNvPicPr>
          <p:nvPr userDrawn="1"/>
        </p:nvPicPr>
        <p:blipFill>
          <a:blip r:embed="rId4"/>
          <a:stretch>
            <a:fillRect/>
          </a:stretch>
        </p:blipFill>
        <p:spPr>
          <a:xfrm rot="16200000">
            <a:off x="460169" y="3927878"/>
            <a:ext cx="2489086" cy="3409422"/>
          </a:xfrm>
          <a:prstGeom prst="rect">
            <a:avLst/>
          </a:prstGeom>
        </p:spPr>
      </p:pic>
      <p:pic>
        <p:nvPicPr>
          <p:cNvPr id="13" name="Picture 12">
            <a:extLst>
              <a:ext uri="{FF2B5EF4-FFF2-40B4-BE49-F238E27FC236}">
                <a16:creationId xmlns:a16="http://schemas.microsoft.com/office/drawing/2014/main" id="{E385F8FA-00CD-4244-86D9-E6E09DF2B20C}"/>
              </a:ext>
            </a:extLst>
          </p:cNvPr>
          <p:cNvPicPr>
            <a:picLocks noChangeAspect="1"/>
          </p:cNvPicPr>
          <p:nvPr userDrawn="1"/>
        </p:nvPicPr>
        <p:blipFill>
          <a:blip r:embed="rId5"/>
          <a:stretch>
            <a:fillRect/>
          </a:stretch>
        </p:blipFill>
        <p:spPr>
          <a:xfrm rot="10800000">
            <a:off x="10922760" y="2933608"/>
            <a:ext cx="1269241" cy="1815783"/>
          </a:xfrm>
          <a:prstGeom prst="rect">
            <a:avLst/>
          </a:prstGeom>
        </p:spPr>
      </p:pic>
      <p:pic>
        <p:nvPicPr>
          <p:cNvPr id="14" name="Picture 13">
            <a:extLst>
              <a:ext uri="{FF2B5EF4-FFF2-40B4-BE49-F238E27FC236}">
                <a16:creationId xmlns:a16="http://schemas.microsoft.com/office/drawing/2014/main" id="{CC53405B-4CF8-0C4F-9E45-F3A92282DFCF}"/>
              </a:ext>
            </a:extLst>
          </p:cNvPr>
          <p:cNvPicPr>
            <a:picLocks noChangeAspect="1"/>
          </p:cNvPicPr>
          <p:nvPr userDrawn="1"/>
        </p:nvPicPr>
        <p:blipFill>
          <a:blip r:embed="rId5"/>
          <a:stretch>
            <a:fillRect/>
          </a:stretch>
        </p:blipFill>
        <p:spPr>
          <a:xfrm rot="16200000">
            <a:off x="6465179" y="5359319"/>
            <a:ext cx="1269241" cy="1815783"/>
          </a:xfrm>
          <a:prstGeom prst="rect">
            <a:avLst/>
          </a:prstGeom>
        </p:spPr>
      </p:pic>
      <p:sp>
        <p:nvSpPr>
          <p:cNvPr id="2" name="Title 1">
            <a:extLst>
              <a:ext uri="{FF2B5EF4-FFF2-40B4-BE49-F238E27FC236}">
                <a16:creationId xmlns:a16="http://schemas.microsoft.com/office/drawing/2014/main" id="{4C331FA3-C512-C148-AAAF-1AC86B16590B}"/>
              </a:ext>
            </a:extLst>
          </p:cNvPr>
          <p:cNvSpPr>
            <a:spLocks noGrp="1"/>
          </p:cNvSpPr>
          <p:nvPr>
            <p:ph type="ctrTitle" hasCustomPrompt="1"/>
          </p:nvPr>
        </p:nvSpPr>
        <p:spPr>
          <a:xfrm>
            <a:off x="1058043" y="3111993"/>
            <a:ext cx="9144000" cy="820018"/>
          </a:xfrm>
        </p:spPr>
        <p:txBody>
          <a:bodyPr anchor="b">
            <a:normAutofit/>
          </a:bodyPr>
          <a:lstStyle>
            <a:lvl1pPr algn="l">
              <a:defRPr sz="4600" b="1">
                <a:solidFill>
                  <a:schemeClr val="bg1"/>
                </a:solidFill>
                <a:latin typeface="Segoe UI" panose="020B0502040204020203" pitchFamily="34" charset="0"/>
                <a:cs typeface="Segoe UI" panose="020B0502040204020203" pitchFamily="34" charset="0"/>
              </a:defRPr>
            </a:lvl1pPr>
          </a:lstStyle>
          <a:p>
            <a:r>
              <a:rPr lang="en-US" altLang="zh-TW" dirty="0"/>
              <a:t>Thank</a:t>
            </a:r>
            <a:r>
              <a:rPr lang="zh-TW" altLang="en-US" dirty="0"/>
              <a:t> </a:t>
            </a:r>
            <a:r>
              <a:rPr lang="en-US" altLang="zh-TW" dirty="0"/>
              <a:t>you</a:t>
            </a:r>
            <a:endParaRPr lang="en-TW" dirty="0"/>
          </a:p>
        </p:txBody>
      </p:sp>
      <p:pic>
        <p:nvPicPr>
          <p:cNvPr id="16" name="Picture 26" descr="A picture containing text, clipart&#10;&#10;Description automatically generated">
            <a:extLst>
              <a:ext uri="{FF2B5EF4-FFF2-40B4-BE49-F238E27FC236}">
                <a16:creationId xmlns:a16="http://schemas.microsoft.com/office/drawing/2014/main" id="{01020CD5-A12D-D54E-8A28-2ADD4D45B450}"/>
              </a:ext>
            </a:extLst>
          </p:cNvPr>
          <p:cNvPicPr>
            <a:picLocks noChangeAspect="1"/>
          </p:cNvPicPr>
          <p:nvPr userDrawn="1"/>
        </p:nvPicPr>
        <p:blipFill>
          <a:blip r:embed="rId6">
            <a:alphaModFix/>
            <a:extLst>
              <a:ext uri="{28A0092B-C50C-407E-A947-70E740481C1C}">
                <a14:useLocalDpi xmlns:a14="http://schemas.microsoft.com/office/drawing/2010/main" val="0"/>
              </a:ext>
            </a:extLst>
          </a:blip>
          <a:stretch>
            <a:fillRect/>
          </a:stretch>
        </p:blipFill>
        <p:spPr>
          <a:xfrm>
            <a:off x="1147583" y="2559842"/>
            <a:ext cx="488537" cy="363041"/>
          </a:xfrm>
          <a:prstGeom prst="rect">
            <a:avLst/>
          </a:prstGeom>
        </p:spPr>
      </p:pic>
      <p:sp>
        <p:nvSpPr>
          <p:cNvPr id="4" name="TextBox 3">
            <a:extLst>
              <a:ext uri="{FF2B5EF4-FFF2-40B4-BE49-F238E27FC236}">
                <a16:creationId xmlns:a16="http://schemas.microsoft.com/office/drawing/2014/main" id="{ADA4DC69-2A54-614A-84CC-757C6F781EA1}"/>
              </a:ext>
            </a:extLst>
          </p:cNvPr>
          <p:cNvSpPr txBox="1"/>
          <p:nvPr userDrawn="1"/>
        </p:nvSpPr>
        <p:spPr>
          <a:xfrm>
            <a:off x="1058043" y="3972056"/>
            <a:ext cx="9144000" cy="338554"/>
          </a:xfrm>
          <a:prstGeom prst="rect">
            <a:avLst/>
          </a:prstGeom>
          <a:noFill/>
        </p:spPr>
        <p:txBody>
          <a:bodyPr wrap="square" rtlCol="0">
            <a:spAutoFit/>
          </a:bodyPr>
          <a:lstStyle/>
          <a:p>
            <a:r>
              <a:rPr lang="en-US" altLang="zh-TW" sz="1600" b="0" dirty="0">
                <a:solidFill>
                  <a:srgbClr val="E7E6E6"/>
                </a:solidFill>
                <a:latin typeface="Segoe UI" panose="020B0502040204020203" pitchFamily="34" charset="0"/>
                <a:ea typeface="Lato" panose="020F0502020204030203" pitchFamily="34" charset="0"/>
                <a:cs typeface="Segoe UI" panose="020B0502040204020203" pitchFamily="34" charset="0"/>
              </a:rPr>
              <a:t>3</a:t>
            </a:r>
            <a:r>
              <a:rPr lang="en-US" sz="1600" b="0" dirty="0">
                <a:solidFill>
                  <a:srgbClr val="E7E6E6"/>
                </a:solidFill>
                <a:latin typeface="Segoe UI" panose="020B0502040204020203" pitchFamily="34" charset="0"/>
                <a:ea typeface="Lato" panose="020F0502020204030203" pitchFamily="34" charset="0"/>
                <a:cs typeface="Segoe UI" panose="020B0502040204020203" pitchFamily="34" charset="0"/>
              </a:rPr>
              <a:t>30 Mac Lane</a:t>
            </a:r>
            <a:r>
              <a:rPr lang="zh-TW" altLang="en-US" sz="1600" b="0" dirty="0">
                <a:solidFill>
                  <a:srgbClr val="E7E6E6"/>
                </a:solidFill>
                <a:latin typeface="Segoe UI" panose="020B0502040204020203" pitchFamily="34" charset="0"/>
                <a:cs typeface="Segoe UI" panose="020B0502040204020203" pitchFamily="34" charset="0"/>
              </a:rPr>
              <a:t> </a:t>
            </a:r>
            <a:r>
              <a:rPr lang="en-US" sz="1600" b="0" dirty="0" err="1">
                <a:solidFill>
                  <a:srgbClr val="E7E6E6"/>
                </a:solidFill>
                <a:latin typeface="Segoe UI" panose="020B0502040204020203" pitchFamily="34" charset="0"/>
                <a:ea typeface="Lato" panose="020F0502020204030203" pitchFamily="34" charset="0"/>
                <a:cs typeface="Segoe UI" panose="020B0502040204020203" pitchFamily="34" charset="0"/>
              </a:rPr>
              <a:t>Keasbey</a:t>
            </a:r>
            <a:r>
              <a:rPr lang="en-US" sz="1600" b="0" dirty="0">
                <a:solidFill>
                  <a:srgbClr val="E7E6E6"/>
                </a:solidFill>
                <a:latin typeface="Segoe UI" panose="020B0502040204020203" pitchFamily="34" charset="0"/>
                <a:ea typeface="Lato" panose="020F0502020204030203" pitchFamily="34" charset="0"/>
                <a:cs typeface="Segoe UI" panose="020B0502040204020203" pitchFamily="34" charset="0"/>
              </a:rPr>
              <a:t>, NJ 08832</a:t>
            </a:r>
            <a:r>
              <a:rPr lang="zh-TW" altLang="en-US" sz="1600" b="0" dirty="0">
                <a:solidFill>
                  <a:srgbClr val="E7E6E6"/>
                </a:solidFill>
                <a:latin typeface="Segoe UI" panose="020B0502040204020203" pitchFamily="34" charset="0"/>
                <a:cs typeface="Segoe UI" panose="020B0502040204020203" pitchFamily="34" charset="0"/>
              </a:rPr>
              <a:t>  </a:t>
            </a:r>
            <a:r>
              <a:rPr lang="en-US" altLang="zh-TW" sz="1600" b="0" dirty="0">
                <a:solidFill>
                  <a:srgbClr val="E7E6E6"/>
                </a:solidFill>
                <a:latin typeface="Segoe UI" panose="020B0502040204020203" pitchFamily="34" charset="0"/>
                <a:ea typeface="Lato" panose="020F0502020204030203" pitchFamily="34" charset="0"/>
                <a:cs typeface="Segoe UI" panose="020B0502040204020203" pitchFamily="34" charset="0"/>
              </a:rPr>
              <a:t>|</a:t>
            </a:r>
            <a:r>
              <a:rPr lang="zh-TW" altLang="en-US" sz="1600" b="0" dirty="0">
                <a:solidFill>
                  <a:srgbClr val="E7E6E6"/>
                </a:solidFill>
                <a:latin typeface="Segoe UI" panose="020B0502040204020203" pitchFamily="34" charset="0"/>
                <a:cs typeface="Segoe UI" panose="020B0502040204020203" pitchFamily="34" charset="0"/>
              </a:rPr>
              <a:t>  </a:t>
            </a:r>
            <a:r>
              <a:rPr lang="en-US" sz="1600" b="0" dirty="0">
                <a:solidFill>
                  <a:srgbClr val="E7E6E6"/>
                </a:solidFill>
                <a:latin typeface="Segoe UI" panose="020B0502040204020203" pitchFamily="34" charset="0"/>
                <a:ea typeface="Lato" panose="020F0502020204030203" pitchFamily="34" charset="0"/>
                <a:cs typeface="Segoe UI" panose="020B0502040204020203" pitchFamily="34" charset="0"/>
              </a:rPr>
              <a:t>Tel: +1</a:t>
            </a:r>
            <a:r>
              <a:rPr lang="en-US" sz="1600" b="0" dirty="0">
                <a:solidFill>
                  <a:srgbClr val="E7E6E6"/>
                </a:solidFill>
                <a:latin typeface="+mn-lt"/>
                <a:ea typeface="Lato" panose="020F0502020204030203" pitchFamily="34" charset="0"/>
                <a:cs typeface="Segoe UI" panose="020B0502040204020203" pitchFamily="34" charset="0"/>
              </a:rPr>
              <a:t>(</a:t>
            </a:r>
            <a:r>
              <a:rPr lang="en-US" sz="1600" b="0" dirty="0">
                <a:solidFill>
                  <a:srgbClr val="E7E6E6"/>
                </a:solidFill>
                <a:latin typeface="Segoe UI" panose="020B0502040204020203" pitchFamily="34" charset="0"/>
                <a:ea typeface="Lato" panose="020F0502020204030203" pitchFamily="34" charset="0"/>
                <a:cs typeface="Segoe UI" panose="020B0502040204020203" pitchFamily="34" charset="0"/>
              </a:rPr>
              <a:t>732</a:t>
            </a:r>
            <a:r>
              <a:rPr lang="en-US" sz="1600" b="0" dirty="0">
                <a:solidFill>
                  <a:srgbClr val="E7E6E6"/>
                </a:solidFill>
                <a:latin typeface="+mn-lt"/>
                <a:ea typeface="Lato" panose="020F0502020204030203" pitchFamily="34" charset="0"/>
                <a:cs typeface="Segoe UI" panose="020B0502040204020203" pitchFamily="34" charset="0"/>
              </a:rPr>
              <a:t>)</a:t>
            </a:r>
            <a:r>
              <a:rPr lang="en-US" sz="1600" b="0" dirty="0">
                <a:solidFill>
                  <a:srgbClr val="E7E6E6"/>
                </a:solidFill>
                <a:latin typeface="Segoe UI" panose="020B0502040204020203" pitchFamily="34" charset="0"/>
                <a:ea typeface="Lato" panose="020F0502020204030203" pitchFamily="34" charset="0"/>
                <a:cs typeface="Segoe UI" panose="020B0502040204020203" pitchFamily="34" charset="0"/>
              </a:rPr>
              <a:t>346-0200</a:t>
            </a:r>
            <a:r>
              <a:rPr lang="zh-TW" altLang="en-US" sz="1600" b="0" dirty="0">
                <a:solidFill>
                  <a:srgbClr val="E7E6E6"/>
                </a:solidFill>
                <a:latin typeface="Segoe UI" panose="020B0502040204020203" pitchFamily="34" charset="0"/>
                <a:ea typeface="Verdana" panose="020B0604030504040204" pitchFamily="34" charset="0"/>
                <a:cs typeface="Segoe UI" panose="020B0502040204020203" pitchFamily="34" charset="0"/>
              </a:rPr>
              <a:t> </a:t>
            </a:r>
            <a:r>
              <a:rPr lang="en-US" altLang="zh-TW" sz="1600" b="0" dirty="0">
                <a:solidFill>
                  <a:srgbClr val="E7E6E6"/>
                </a:solidFill>
                <a:latin typeface="Segoe UI" panose="020B0502040204020203" pitchFamily="34" charset="0"/>
                <a:ea typeface="Lato" panose="020F0502020204030203" pitchFamily="34" charset="0"/>
                <a:cs typeface="Segoe UI" panose="020B0502040204020203" pitchFamily="34" charset="0"/>
              </a:rPr>
              <a:t>|</a:t>
            </a:r>
            <a:r>
              <a:rPr lang="zh-TW" altLang="en-US" sz="1600" b="0" dirty="0">
                <a:solidFill>
                  <a:srgbClr val="E7E6E6"/>
                </a:solidFill>
                <a:latin typeface="Segoe UI" panose="020B0502040204020203" pitchFamily="34" charset="0"/>
                <a:ea typeface="Verdana" panose="020B0604030504040204" pitchFamily="34" charset="0"/>
                <a:cs typeface="Segoe UI" panose="020B0502040204020203" pitchFamily="34" charset="0"/>
              </a:rPr>
              <a:t> </a:t>
            </a:r>
            <a:r>
              <a:rPr lang="en-US" altLang="zh-TW" sz="1600" b="0" dirty="0" err="1">
                <a:solidFill>
                  <a:srgbClr val="E7E6E6"/>
                </a:solidFill>
                <a:latin typeface="Segoe UI" panose="020B0502040204020203" pitchFamily="34" charset="0"/>
                <a:ea typeface="Lato" panose="020F0502020204030203" pitchFamily="34" charset="0"/>
                <a:cs typeface="Segoe UI" panose="020B0502040204020203" pitchFamily="34" charset="0"/>
              </a:rPr>
              <a:t>www.csitech.com</a:t>
            </a:r>
            <a:endParaRPr lang="en-TW" sz="1600" dirty="0">
              <a:solidFill>
                <a:srgbClr val="E7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22732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4F7729-6D01-E04C-AE52-04A77B9588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TW" dirty="0"/>
          </a:p>
        </p:txBody>
      </p:sp>
      <p:sp>
        <p:nvSpPr>
          <p:cNvPr id="3" name="Text Placeholder 2">
            <a:extLst>
              <a:ext uri="{FF2B5EF4-FFF2-40B4-BE49-F238E27FC236}">
                <a16:creationId xmlns:a16="http://schemas.microsoft.com/office/drawing/2014/main" id="{6FC1F939-9A96-0341-B94F-5318166046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BE372E32-BDFC-324E-B394-D491F2337A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cs typeface="Segoe UI" panose="020B0502040204020203" pitchFamily="34" charset="0"/>
              </a:defRPr>
            </a:lvl1pPr>
          </a:lstStyle>
          <a:p>
            <a:fld id="{DBBF278E-7F02-3447-81B3-183DE024A3BB}" type="datetimeFigureOut">
              <a:rPr lang="en-TW" smtClean="0"/>
              <a:pPr/>
              <a:t>8/5/26</a:t>
            </a:fld>
            <a:endParaRPr lang="en-TW"/>
          </a:p>
        </p:txBody>
      </p:sp>
      <p:sp>
        <p:nvSpPr>
          <p:cNvPr id="5" name="Footer Placeholder 4">
            <a:extLst>
              <a:ext uri="{FF2B5EF4-FFF2-40B4-BE49-F238E27FC236}">
                <a16:creationId xmlns:a16="http://schemas.microsoft.com/office/drawing/2014/main" id="{36FE2961-30D0-BC4A-871C-4625E77E47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cs typeface="Segoe UI" panose="020B0502040204020203" pitchFamily="34" charset="0"/>
              </a:defRPr>
            </a:lvl1pPr>
          </a:lstStyle>
          <a:p>
            <a:endParaRPr lang="en-TW"/>
          </a:p>
        </p:txBody>
      </p:sp>
      <p:sp>
        <p:nvSpPr>
          <p:cNvPr id="8" name="PpSlideNum">
            <a:extLst>
              <a:ext uri="{FF2B5EF4-FFF2-40B4-BE49-F238E27FC236}">
                <a16:creationId xmlns:a16="http://schemas.microsoft.com/office/drawing/2014/main" id="{652086C3-A7EE-7549-800B-B4E8D21D3A5C}"/>
              </a:ext>
            </a:extLst>
          </p:cNvPr>
          <p:cNvSpPr txBox="1">
            <a:spLocks/>
          </p:cNvSpPr>
          <p:nvPr userDrawn="1"/>
        </p:nvSpPr>
        <p:spPr bwMode="auto">
          <a:xfrm>
            <a:off x="11685893" y="6423111"/>
            <a:ext cx="30016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700">
                <a:solidFill>
                  <a:schemeClr val="tx1"/>
                </a:solidFill>
                <a:latin typeface="Roboto" panose="02000000000000000000" pitchFamily="2" charset="0"/>
              </a:defRPr>
            </a:lvl1pPr>
            <a:lvl2pPr marL="742950" indent="-285750">
              <a:defRPr sz="1700">
                <a:solidFill>
                  <a:schemeClr val="tx1"/>
                </a:solidFill>
                <a:latin typeface="Roboto" panose="02000000000000000000" pitchFamily="2" charset="0"/>
              </a:defRPr>
            </a:lvl2pPr>
            <a:lvl3pPr marL="1143000" indent="-228600">
              <a:defRPr sz="1700">
                <a:solidFill>
                  <a:schemeClr val="tx1"/>
                </a:solidFill>
                <a:latin typeface="Roboto" panose="02000000000000000000" pitchFamily="2" charset="0"/>
              </a:defRPr>
            </a:lvl3pPr>
            <a:lvl4pPr marL="1600200" indent="-228600">
              <a:defRPr sz="1700">
                <a:solidFill>
                  <a:schemeClr val="tx1"/>
                </a:solidFill>
                <a:latin typeface="Roboto" panose="02000000000000000000" pitchFamily="2" charset="0"/>
              </a:defRPr>
            </a:lvl4pPr>
            <a:lvl5pPr marL="2057400" indent="-228600">
              <a:defRPr sz="1700">
                <a:solidFill>
                  <a:schemeClr val="tx1"/>
                </a:solidFill>
                <a:latin typeface="Roboto" panose="02000000000000000000" pitchFamily="2" charset="0"/>
              </a:defRPr>
            </a:lvl5pPr>
            <a:lvl6pPr marL="2514600" indent="-228600" defTabSz="455613" eaLnBrk="0" fontAlgn="base" hangingPunct="0">
              <a:spcBef>
                <a:spcPct val="0"/>
              </a:spcBef>
              <a:spcAft>
                <a:spcPct val="0"/>
              </a:spcAft>
              <a:defRPr sz="1700">
                <a:solidFill>
                  <a:schemeClr val="tx1"/>
                </a:solidFill>
                <a:latin typeface="Roboto" panose="02000000000000000000" pitchFamily="2" charset="0"/>
              </a:defRPr>
            </a:lvl6pPr>
            <a:lvl7pPr marL="2971800" indent="-228600" defTabSz="455613" eaLnBrk="0" fontAlgn="base" hangingPunct="0">
              <a:spcBef>
                <a:spcPct val="0"/>
              </a:spcBef>
              <a:spcAft>
                <a:spcPct val="0"/>
              </a:spcAft>
              <a:defRPr sz="1700">
                <a:solidFill>
                  <a:schemeClr val="tx1"/>
                </a:solidFill>
                <a:latin typeface="Roboto" panose="02000000000000000000" pitchFamily="2" charset="0"/>
              </a:defRPr>
            </a:lvl7pPr>
            <a:lvl8pPr marL="3429000" indent="-228600" defTabSz="455613" eaLnBrk="0" fontAlgn="base" hangingPunct="0">
              <a:spcBef>
                <a:spcPct val="0"/>
              </a:spcBef>
              <a:spcAft>
                <a:spcPct val="0"/>
              </a:spcAft>
              <a:defRPr sz="1700">
                <a:solidFill>
                  <a:schemeClr val="tx1"/>
                </a:solidFill>
                <a:latin typeface="Roboto" panose="02000000000000000000" pitchFamily="2" charset="0"/>
              </a:defRPr>
            </a:lvl8pPr>
            <a:lvl9pPr marL="3886200" indent="-228600" defTabSz="455613" eaLnBrk="0" fontAlgn="base" hangingPunct="0">
              <a:spcBef>
                <a:spcPct val="0"/>
              </a:spcBef>
              <a:spcAft>
                <a:spcPct val="0"/>
              </a:spcAft>
              <a:defRPr sz="1700">
                <a:solidFill>
                  <a:schemeClr val="tx1"/>
                </a:solidFill>
                <a:latin typeface="Roboto" panose="02000000000000000000" pitchFamily="2" charset="0"/>
              </a:defRPr>
            </a:lvl9pPr>
          </a:lstStyle>
          <a:p>
            <a:pPr algn="ctr" eaLnBrk="1" hangingPunct="1"/>
            <a:fld id="{CE6E7CA7-DFCC-1941-90A2-A7E73BDBA21A}" type="slidenum">
              <a:rPr lang="en-US" altLang="en-TW" sz="1100">
                <a:solidFill>
                  <a:schemeClr val="bg1">
                    <a:lumMod val="85000"/>
                  </a:schemeClr>
                </a:solidFill>
                <a:latin typeface="Segoe UI" panose="020B0502040204020203" pitchFamily="34" charset="0"/>
                <a:ea typeface="Verdana" panose="020B0604030504040204" pitchFamily="34" charset="0"/>
                <a:cs typeface="Segoe UI" panose="020B0502040204020203" pitchFamily="34" charset="0"/>
              </a:rPr>
              <a:pPr algn="ctr" eaLnBrk="1" hangingPunct="1"/>
              <a:t>‹#›</a:t>
            </a:fld>
            <a:endParaRPr lang="en-US" altLang="en-TW" sz="1100" dirty="0">
              <a:solidFill>
                <a:schemeClr val="bg1">
                  <a:lumMod val="85000"/>
                </a:schemeClr>
              </a:solidFill>
              <a:latin typeface="Segoe UI" panose="020B0502040204020203"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3301069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78" r:id="rId4"/>
    <p:sldLayoutId id="2147483671" r:id="rId5"/>
    <p:sldLayoutId id="2147483668" r:id="rId6"/>
    <p:sldLayoutId id="2147483666" r:id="rId7"/>
    <p:sldLayoutId id="2147483667" r:id="rId8"/>
    <p:sldLayoutId id="2147483654" r:id="rId9"/>
    <p:sldLayoutId id="2147483665" r:id="rId10"/>
    <p:sldLayoutId id="2147483662" r:id="rId11"/>
    <p:sldLayoutId id="2147483664" r:id="rId12"/>
    <p:sldLayoutId id="2147483661" r:id="rId13"/>
  </p:sldLayoutIdLst>
  <p:txStyles>
    <p:titleStyle>
      <a:lvl1pPr algn="l" defTabSz="914400" rtl="0" eaLnBrk="1" latinLnBrk="0" hangingPunct="1">
        <a:lnSpc>
          <a:spcPct val="90000"/>
        </a:lnSpc>
        <a:spcBef>
          <a:spcPct val="0"/>
        </a:spcBef>
        <a:buNone/>
        <a:defRPr sz="4400" b="1" kern="1200">
          <a:solidFill>
            <a:srgbClr val="0D63BA"/>
          </a:solidFill>
          <a:latin typeface="Segoe UI" panose="020B0502040204020203" pitchFamily="34" charset="0"/>
          <a:ea typeface="Open Sans" panose="020B060603050402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696A8-E24F-7447-B2B7-ACF83EC8E557}"/>
              </a:ext>
            </a:extLst>
          </p:cNvPr>
          <p:cNvSpPr>
            <a:spLocks noGrp="1"/>
          </p:cNvSpPr>
          <p:nvPr>
            <p:ph type="ctrTitle"/>
          </p:nvPr>
        </p:nvSpPr>
        <p:spPr/>
        <p:txBody>
          <a:bodyPr/>
          <a:lstStyle/>
          <a:p>
            <a:r>
              <a:rPr lang="en-US" altLang="zh-TW" dirty="0"/>
              <a:t>CSI</a:t>
            </a:r>
            <a:r>
              <a:rPr lang="zh-TW" altLang="en-US" dirty="0">
                <a:ea typeface="Verdana" panose="020B0604030504040204" pitchFamily="34" charset="0"/>
              </a:rPr>
              <a:t> </a:t>
            </a:r>
            <a:r>
              <a:rPr lang="en-US" altLang="zh-TW" dirty="0"/>
              <a:t>TECHNOLOGY</a:t>
            </a:r>
            <a:r>
              <a:rPr lang="zh-TW" altLang="en-US" dirty="0"/>
              <a:t> </a:t>
            </a:r>
            <a:r>
              <a:rPr lang="en-US" altLang="zh-TW" dirty="0"/>
              <a:t>GROUP</a:t>
            </a:r>
            <a:endParaRPr lang="en-TW" dirty="0"/>
          </a:p>
        </p:txBody>
      </p:sp>
      <p:sp>
        <p:nvSpPr>
          <p:cNvPr id="3" name="Subtitle 2">
            <a:extLst>
              <a:ext uri="{FF2B5EF4-FFF2-40B4-BE49-F238E27FC236}">
                <a16:creationId xmlns:a16="http://schemas.microsoft.com/office/drawing/2014/main" id="{C6EB0226-D4E6-B345-8CC4-D70B5D3F9488}"/>
              </a:ext>
            </a:extLst>
          </p:cNvPr>
          <p:cNvSpPr>
            <a:spLocks noGrp="1"/>
          </p:cNvSpPr>
          <p:nvPr>
            <p:ph type="subTitle" idx="1"/>
          </p:nvPr>
        </p:nvSpPr>
        <p:spPr/>
        <p:txBody>
          <a:bodyPr/>
          <a:lstStyle/>
          <a:p>
            <a:r>
              <a:rPr lang="en-US" dirty="0"/>
              <a:t>Premier Software Solutions for eGovernment</a:t>
            </a:r>
          </a:p>
        </p:txBody>
      </p:sp>
    </p:spTree>
    <p:extLst>
      <p:ext uri="{BB962C8B-B14F-4D97-AF65-F5344CB8AC3E}">
        <p14:creationId xmlns:p14="http://schemas.microsoft.com/office/powerpoint/2010/main" val="1429478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715E5-7B33-5D4F-9E83-19F691105F85}"/>
              </a:ext>
            </a:extLst>
          </p:cNvPr>
          <p:cNvSpPr>
            <a:spLocks noGrp="1"/>
          </p:cNvSpPr>
          <p:nvPr>
            <p:ph type="body" sz="half" idx="12"/>
          </p:nvPr>
        </p:nvSpPr>
        <p:spPr/>
        <p:txBody>
          <a:bodyPr/>
          <a:lstStyle/>
          <a:p>
            <a:r>
              <a:rPr lang="en-US" altLang="zh-TW" dirty="0"/>
              <a:t>Introduction</a:t>
            </a:r>
          </a:p>
          <a:p>
            <a:r>
              <a:rPr lang="en-US" altLang="zh-TW" dirty="0"/>
              <a:t>CJIS</a:t>
            </a:r>
            <a:r>
              <a:rPr lang="zh-TW" altLang="en-US" dirty="0"/>
              <a:t> </a:t>
            </a:r>
            <a:r>
              <a:rPr lang="en-US" altLang="zh-TW" dirty="0"/>
              <a:t>Security</a:t>
            </a:r>
          </a:p>
          <a:p>
            <a:r>
              <a:rPr lang="en-US" altLang="zh-TW" dirty="0"/>
              <a:t>Support</a:t>
            </a:r>
            <a:r>
              <a:rPr lang="zh-TW" altLang="en-US" dirty="0"/>
              <a:t> </a:t>
            </a:r>
            <a:r>
              <a:rPr lang="en-US" altLang="zh-TW" dirty="0"/>
              <a:t>&amp;</a:t>
            </a:r>
            <a:r>
              <a:rPr lang="zh-TW" altLang="en-US" dirty="0"/>
              <a:t> </a:t>
            </a:r>
            <a:r>
              <a:rPr lang="en-US" altLang="zh-TW" dirty="0"/>
              <a:t>Maintenance</a:t>
            </a:r>
          </a:p>
          <a:p>
            <a:r>
              <a:rPr lang="en-US" altLang="zh-TW" dirty="0"/>
              <a:t>Implementation</a:t>
            </a:r>
            <a:r>
              <a:rPr lang="zh-TW" altLang="en-US" dirty="0"/>
              <a:t> </a:t>
            </a:r>
            <a:r>
              <a:rPr lang="en-US" altLang="zh-TW" dirty="0"/>
              <a:t>&amp;</a:t>
            </a:r>
            <a:r>
              <a:rPr lang="zh-TW" altLang="en-US" dirty="0"/>
              <a:t> </a:t>
            </a:r>
            <a:r>
              <a:rPr lang="en-US" altLang="zh-TW" dirty="0"/>
              <a:t>Testing</a:t>
            </a:r>
            <a:r>
              <a:rPr lang="zh-TW" altLang="en-US" dirty="0"/>
              <a:t> </a:t>
            </a:r>
            <a:r>
              <a:rPr lang="en-US" altLang="zh-TW" dirty="0"/>
              <a:t>Approach</a:t>
            </a:r>
          </a:p>
          <a:p>
            <a:r>
              <a:rPr lang="en-US" altLang="zh-TW" dirty="0"/>
              <a:t>Data</a:t>
            </a:r>
            <a:r>
              <a:rPr lang="zh-TW" altLang="en-US" dirty="0"/>
              <a:t> </a:t>
            </a:r>
            <a:r>
              <a:rPr lang="en-US" altLang="zh-TW" dirty="0"/>
              <a:t>Migration</a:t>
            </a:r>
            <a:r>
              <a:rPr lang="zh-TW" altLang="en-US" dirty="0"/>
              <a:t> </a:t>
            </a:r>
            <a:r>
              <a:rPr lang="en-US" altLang="zh-TW" dirty="0"/>
              <a:t>Services</a:t>
            </a:r>
          </a:p>
        </p:txBody>
      </p:sp>
      <p:sp>
        <p:nvSpPr>
          <p:cNvPr id="3" name="Text Placeholder 2">
            <a:extLst>
              <a:ext uri="{FF2B5EF4-FFF2-40B4-BE49-F238E27FC236}">
                <a16:creationId xmlns:a16="http://schemas.microsoft.com/office/drawing/2014/main" id="{04C9DE11-7669-B045-B12B-9035073027A7}"/>
              </a:ext>
            </a:extLst>
          </p:cNvPr>
          <p:cNvSpPr>
            <a:spLocks noGrp="1"/>
          </p:cNvSpPr>
          <p:nvPr>
            <p:ph type="body" sz="half" idx="13"/>
          </p:nvPr>
        </p:nvSpPr>
        <p:spPr/>
        <p:txBody>
          <a:bodyPr/>
          <a:lstStyle/>
          <a:p>
            <a:r>
              <a:rPr lang="en-US" altLang="zh-TW" dirty="0"/>
              <a:t>02</a:t>
            </a:r>
          </a:p>
          <a:p>
            <a:r>
              <a:rPr lang="en-US" altLang="zh-TW" dirty="0"/>
              <a:t>23</a:t>
            </a:r>
          </a:p>
          <a:p>
            <a:r>
              <a:rPr lang="en-US" altLang="zh-TW" dirty="0"/>
              <a:t>27</a:t>
            </a:r>
          </a:p>
          <a:p>
            <a:r>
              <a:rPr lang="en-US" altLang="zh-TW" dirty="0"/>
              <a:t>32</a:t>
            </a:r>
          </a:p>
          <a:p>
            <a:r>
              <a:rPr lang="en-US" altLang="zh-TW" dirty="0"/>
              <a:t>40</a:t>
            </a:r>
            <a:endParaRPr lang="en-TW" dirty="0"/>
          </a:p>
        </p:txBody>
      </p:sp>
      <p:sp>
        <p:nvSpPr>
          <p:cNvPr id="4" name="Title 3">
            <a:extLst>
              <a:ext uri="{FF2B5EF4-FFF2-40B4-BE49-F238E27FC236}">
                <a16:creationId xmlns:a16="http://schemas.microsoft.com/office/drawing/2014/main" id="{1F58F22A-F78E-6143-AD54-CB8DC739E611}"/>
              </a:ext>
            </a:extLst>
          </p:cNvPr>
          <p:cNvSpPr>
            <a:spLocks noGrp="1"/>
          </p:cNvSpPr>
          <p:nvPr>
            <p:ph type="title"/>
          </p:nvPr>
        </p:nvSpPr>
        <p:spPr/>
        <p:txBody>
          <a:bodyPr/>
          <a:lstStyle/>
          <a:p>
            <a:r>
              <a:rPr lang="en-US" altLang="zh-TW" dirty="0"/>
              <a:t>AGENDA</a:t>
            </a:r>
            <a:endParaRPr lang="en-TW" dirty="0"/>
          </a:p>
        </p:txBody>
      </p:sp>
      <p:cxnSp>
        <p:nvCxnSpPr>
          <p:cNvPr id="5" name="Straight Connector 4">
            <a:extLst>
              <a:ext uri="{FF2B5EF4-FFF2-40B4-BE49-F238E27FC236}">
                <a16:creationId xmlns:a16="http://schemas.microsoft.com/office/drawing/2014/main" id="{FC35D3E9-475E-9D43-8F16-46589720099B}"/>
              </a:ext>
            </a:extLst>
          </p:cNvPr>
          <p:cNvCxnSpPr/>
          <p:nvPr/>
        </p:nvCxnSpPr>
        <p:spPr>
          <a:xfrm>
            <a:off x="5866410" y="3096714"/>
            <a:ext cx="437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A2845B7-3E25-6740-81AC-12BFE217FCAA}"/>
              </a:ext>
            </a:extLst>
          </p:cNvPr>
          <p:cNvCxnSpPr/>
          <p:nvPr/>
        </p:nvCxnSpPr>
        <p:spPr>
          <a:xfrm>
            <a:off x="5866410" y="3795422"/>
            <a:ext cx="437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1901C9B-D354-AA4D-BAA4-8992A067E247}"/>
              </a:ext>
            </a:extLst>
          </p:cNvPr>
          <p:cNvCxnSpPr/>
          <p:nvPr/>
        </p:nvCxnSpPr>
        <p:spPr>
          <a:xfrm>
            <a:off x="5866410" y="4456310"/>
            <a:ext cx="437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F3FAA2-E5A3-B641-BEC1-0ABFF4AE985E}"/>
              </a:ext>
            </a:extLst>
          </p:cNvPr>
          <p:cNvCxnSpPr/>
          <p:nvPr/>
        </p:nvCxnSpPr>
        <p:spPr>
          <a:xfrm>
            <a:off x="5866410" y="5147014"/>
            <a:ext cx="437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09372F-0D0B-CB46-87B0-F3BB5A5F3D06}"/>
              </a:ext>
            </a:extLst>
          </p:cNvPr>
          <p:cNvCxnSpPr/>
          <p:nvPr/>
        </p:nvCxnSpPr>
        <p:spPr>
          <a:xfrm>
            <a:off x="5866410" y="2427973"/>
            <a:ext cx="437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84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AE655-C79A-9749-B233-D31EA5E61152}"/>
              </a:ext>
            </a:extLst>
          </p:cNvPr>
          <p:cNvSpPr>
            <a:spLocks noGrp="1"/>
          </p:cNvSpPr>
          <p:nvPr>
            <p:ph type="title"/>
          </p:nvPr>
        </p:nvSpPr>
        <p:spPr/>
        <p:txBody>
          <a:bodyPr/>
          <a:lstStyle/>
          <a:p>
            <a:r>
              <a:rPr lang="en-US" altLang="zh-TW" dirty="0"/>
              <a:t>TECHNICAL</a:t>
            </a:r>
            <a:br>
              <a:rPr lang="en-US" altLang="zh-TW" dirty="0"/>
            </a:br>
            <a:r>
              <a:rPr lang="en-US" altLang="zh-TW" dirty="0"/>
              <a:t>ARCHITECTURE</a:t>
            </a:r>
            <a:r>
              <a:rPr lang="zh-TW" altLang="en-US" dirty="0"/>
              <a:t> </a:t>
            </a:r>
            <a:r>
              <a:rPr lang="en-US" altLang="zh-TW" dirty="0"/>
              <a:t>&amp;</a:t>
            </a:r>
            <a:r>
              <a:rPr lang="zh-TW" altLang="en-US" dirty="0"/>
              <a:t> </a:t>
            </a:r>
            <a:r>
              <a:rPr lang="en-US" altLang="zh-TW" dirty="0"/>
              <a:t>SECURITY</a:t>
            </a:r>
            <a:endParaRPr lang="en-TW" dirty="0"/>
          </a:p>
        </p:txBody>
      </p:sp>
      <p:sp>
        <p:nvSpPr>
          <p:cNvPr id="3" name="Subtitle 2">
            <a:extLst>
              <a:ext uri="{FF2B5EF4-FFF2-40B4-BE49-F238E27FC236}">
                <a16:creationId xmlns:a16="http://schemas.microsoft.com/office/drawing/2014/main" id="{7D2DCBD5-45EA-DA4F-A10D-A42BA448169D}"/>
              </a:ext>
            </a:extLst>
          </p:cNvPr>
          <p:cNvSpPr>
            <a:spLocks noGrp="1"/>
          </p:cNvSpPr>
          <p:nvPr>
            <p:ph type="subTitle" idx="1"/>
          </p:nvPr>
        </p:nvSpPr>
        <p:spPr/>
        <p:txBody>
          <a:bodyPr/>
          <a:lstStyle/>
          <a:p>
            <a:pPr>
              <a:lnSpc>
                <a:spcPct val="150000"/>
              </a:lnSpc>
            </a:pPr>
            <a:r>
              <a:rPr lang="en-US" altLang="zh-TW" dirty="0"/>
              <a:t>Cloud/On-premise,</a:t>
            </a:r>
            <a:r>
              <a:rPr lang="zh-TW" altLang="en-US" dirty="0"/>
              <a:t> </a:t>
            </a:r>
            <a:r>
              <a:rPr lang="en-US" altLang="zh-TW" dirty="0"/>
              <a:t>Uptime,</a:t>
            </a:r>
            <a:r>
              <a:rPr lang="zh-TW" altLang="en-US" dirty="0"/>
              <a:t> </a:t>
            </a:r>
            <a:r>
              <a:rPr lang="en-US" altLang="zh-TW" dirty="0"/>
              <a:t>Dependability,</a:t>
            </a:r>
            <a:r>
              <a:rPr lang="zh-TW" altLang="en-US" dirty="0"/>
              <a:t> </a:t>
            </a:r>
            <a:r>
              <a:rPr lang="en-US" altLang="zh-TW" dirty="0"/>
              <a:t>Performance,</a:t>
            </a:r>
            <a:r>
              <a:rPr lang="zh-TW" altLang="en-US" dirty="0"/>
              <a:t> </a:t>
            </a:r>
            <a:r>
              <a:rPr lang="en-US" altLang="zh-TW" dirty="0"/>
              <a:t>Continuity</a:t>
            </a:r>
            <a:r>
              <a:rPr lang="zh-TW" altLang="en-US" dirty="0"/>
              <a:t> </a:t>
            </a:r>
            <a:r>
              <a:rPr lang="en-US" altLang="zh-TW" dirty="0"/>
              <a:t>of</a:t>
            </a:r>
          </a:p>
          <a:p>
            <a:pPr>
              <a:lnSpc>
                <a:spcPct val="150000"/>
              </a:lnSpc>
            </a:pPr>
            <a:r>
              <a:rPr lang="en-US" altLang="zh-TW" dirty="0"/>
              <a:t>operations/Hot</a:t>
            </a:r>
            <a:r>
              <a:rPr lang="zh-TW" altLang="en-US" dirty="0"/>
              <a:t> </a:t>
            </a:r>
            <a:r>
              <a:rPr lang="en-US" altLang="zh-TW" dirty="0"/>
              <a:t>fail-over,</a:t>
            </a:r>
            <a:r>
              <a:rPr lang="zh-TW" altLang="en-US" dirty="0"/>
              <a:t> </a:t>
            </a:r>
            <a:r>
              <a:rPr lang="en-US" altLang="zh-TW" dirty="0"/>
              <a:t>Disaster</a:t>
            </a:r>
            <a:r>
              <a:rPr lang="zh-TW" altLang="en-US" dirty="0"/>
              <a:t> </a:t>
            </a:r>
            <a:r>
              <a:rPr lang="en-US" altLang="zh-TW" dirty="0"/>
              <a:t>Recovery</a:t>
            </a:r>
            <a:endParaRPr lang="id-ID" dirty="0"/>
          </a:p>
          <a:p>
            <a:endParaRPr lang="en-TW" dirty="0"/>
          </a:p>
        </p:txBody>
      </p:sp>
    </p:spTree>
    <p:extLst>
      <p:ext uri="{BB962C8B-B14F-4D97-AF65-F5344CB8AC3E}">
        <p14:creationId xmlns:p14="http://schemas.microsoft.com/office/powerpoint/2010/main" val="297029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CA2E758-E0A4-9B42-998E-F0D92E0C9830}"/>
              </a:ext>
            </a:extLst>
          </p:cNvPr>
          <p:cNvSpPr>
            <a:spLocks noGrp="1"/>
          </p:cNvSpPr>
          <p:nvPr>
            <p:ph type="title"/>
          </p:nvPr>
        </p:nvSpPr>
        <p:spPr>
          <a:xfrm>
            <a:off x="1147593" y="1847602"/>
            <a:ext cx="4480190" cy="1503119"/>
          </a:xfrm>
        </p:spPr>
        <p:txBody>
          <a:bodyPr/>
          <a:lstStyle/>
          <a:p>
            <a:r>
              <a:rPr lang="en-US" altLang="zh-TW" dirty="0"/>
              <a:t>TECHNICAL</a:t>
            </a:r>
            <a:br>
              <a:rPr lang="en-US" altLang="zh-TW" dirty="0"/>
            </a:br>
            <a:r>
              <a:rPr lang="en-US" altLang="zh-TW" dirty="0"/>
              <a:t>ARCHITECTURE</a:t>
            </a:r>
            <a:r>
              <a:rPr lang="zh-TW" altLang="en-US" dirty="0"/>
              <a:t> </a:t>
            </a:r>
            <a:r>
              <a:rPr lang="en-US" altLang="zh-TW" dirty="0"/>
              <a:t>&amp;</a:t>
            </a:r>
            <a:r>
              <a:rPr lang="zh-TW" altLang="en-US" dirty="0"/>
              <a:t> </a:t>
            </a:r>
            <a:r>
              <a:rPr lang="en-US" altLang="zh-TW" dirty="0"/>
              <a:t>SECURITY</a:t>
            </a:r>
            <a:endParaRPr lang="en-TW" dirty="0"/>
          </a:p>
        </p:txBody>
      </p:sp>
      <p:sp>
        <p:nvSpPr>
          <p:cNvPr id="12" name="Subtitle 2">
            <a:extLst>
              <a:ext uri="{FF2B5EF4-FFF2-40B4-BE49-F238E27FC236}">
                <a16:creationId xmlns:a16="http://schemas.microsoft.com/office/drawing/2014/main" id="{CCB97BF5-653B-C140-AC35-D13BAE158773}"/>
              </a:ext>
            </a:extLst>
          </p:cNvPr>
          <p:cNvSpPr>
            <a:spLocks noGrp="1"/>
          </p:cNvSpPr>
          <p:nvPr>
            <p:ph type="subTitle" idx="1"/>
          </p:nvPr>
        </p:nvSpPr>
        <p:spPr>
          <a:xfrm>
            <a:off x="1147592" y="3716011"/>
            <a:ext cx="4480191" cy="1071563"/>
          </a:xfrm>
        </p:spPr>
        <p:txBody>
          <a:bodyPr/>
          <a:lstStyle/>
          <a:p>
            <a:r>
              <a:rPr lang="en-US" altLang="zh-TW" dirty="0">
                <a:latin typeface="Segoe UI" panose="020B0502040204020203" pitchFamily="34" charset="0"/>
                <a:ea typeface="Verdana" panose="020B0604030504040204" pitchFamily="34" charset="0"/>
                <a:cs typeface="Segoe UI" panose="020B0502040204020203" pitchFamily="34" charset="0"/>
              </a:rPr>
              <a:t>Cloud/On-premise,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Uptime,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Dependability,</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Performance,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Continuity</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of</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operations/Hot</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fail-over,</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Disaster</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Recovery</a:t>
            </a:r>
            <a:endParaRPr lang="id-ID" dirty="0">
              <a:latin typeface="Segoe UI" panose="020B0502040204020203" pitchFamily="34" charset="0"/>
              <a:ea typeface="Verdana" panose="020B0604030504040204" pitchFamily="34" charset="0"/>
              <a:cs typeface="Segoe UI" panose="020B0502040204020203" pitchFamily="34" charset="0"/>
            </a:endParaRPr>
          </a:p>
        </p:txBody>
      </p:sp>
      <p:sp>
        <p:nvSpPr>
          <p:cNvPr id="5" name="Picture Placeholder 4">
            <a:extLst>
              <a:ext uri="{FF2B5EF4-FFF2-40B4-BE49-F238E27FC236}">
                <a16:creationId xmlns:a16="http://schemas.microsoft.com/office/drawing/2014/main" id="{D55C9767-9E25-BA4C-9E58-1705F56993AD}"/>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3389444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D1FCC7A-AC7B-1A43-A192-E29544B96853}"/>
              </a:ext>
            </a:extLst>
          </p:cNvPr>
          <p:cNvSpPr>
            <a:spLocks noGrp="1"/>
          </p:cNvSpPr>
          <p:nvPr>
            <p:ph type="title"/>
          </p:nvPr>
        </p:nvSpPr>
        <p:spPr/>
        <p:txBody>
          <a:bodyPr/>
          <a:lstStyle/>
          <a:p>
            <a:r>
              <a:rPr lang="en-US" altLang="zh-TW" dirty="0"/>
              <a:t>TECHNICAL</a:t>
            </a:r>
            <a:br>
              <a:rPr lang="en-US" altLang="zh-TW" dirty="0"/>
            </a:br>
            <a:r>
              <a:rPr lang="en-US" altLang="zh-TW" dirty="0"/>
              <a:t>ARCHITECTURE</a:t>
            </a:r>
            <a:r>
              <a:rPr lang="zh-TW" altLang="en-US" dirty="0"/>
              <a:t> </a:t>
            </a:r>
            <a:r>
              <a:rPr lang="en-US" altLang="zh-TW" dirty="0"/>
              <a:t>&amp;</a:t>
            </a:r>
            <a:r>
              <a:rPr lang="zh-TW" altLang="en-US" dirty="0"/>
              <a:t> </a:t>
            </a:r>
            <a:r>
              <a:rPr lang="en-US" altLang="zh-TW" dirty="0"/>
              <a:t>SECURITY</a:t>
            </a:r>
            <a:endParaRPr lang="en-TW" dirty="0"/>
          </a:p>
        </p:txBody>
      </p:sp>
      <p:sp>
        <p:nvSpPr>
          <p:cNvPr id="11" name="Subtitle 2">
            <a:extLst>
              <a:ext uri="{FF2B5EF4-FFF2-40B4-BE49-F238E27FC236}">
                <a16:creationId xmlns:a16="http://schemas.microsoft.com/office/drawing/2014/main" id="{EE386D1B-EE6F-A34D-AE20-43A9922A7B60}"/>
              </a:ext>
            </a:extLst>
          </p:cNvPr>
          <p:cNvSpPr>
            <a:spLocks noGrp="1"/>
          </p:cNvSpPr>
          <p:nvPr>
            <p:ph type="subTitle" idx="1"/>
          </p:nvPr>
        </p:nvSpPr>
        <p:spPr/>
        <p:txBody>
          <a:bodyPr/>
          <a:lstStyle/>
          <a:p>
            <a:r>
              <a:rPr lang="en-US" altLang="zh-TW" dirty="0">
                <a:latin typeface="Segoe UI" panose="020B0502040204020203" pitchFamily="34" charset="0"/>
                <a:ea typeface="Verdana" panose="020B0604030504040204" pitchFamily="34" charset="0"/>
                <a:cs typeface="Segoe UI" panose="020B0502040204020203" pitchFamily="34" charset="0"/>
              </a:rPr>
              <a:t>Cloud/On-premise,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Uptime,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Dependability,</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Performance,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Continuity</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of</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operations/Hot</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fail-over,</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Disaster</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ea typeface="Verdana" panose="020B0604030504040204" pitchFamily="34" charset="0"/>
                <a:cs typeface="Segoe UI" panose="020B0502040204020203" pitchFamily="34" charset="0"/>
              </a:rPr>
              <a:t>Recovery</a:t>
            </a:r>
            <a:endParaRPr lang="id-ID" dirty="0">
              <a:latin typeface="Segoe UI" panose="020B0502040204020203" pitchFamily="34" charset="0"/>
              <a:ea typeface="Verdana" panose="020B0604030504040204" pitchFamily="34" charset="0"/>
              <a:cs typeface="Segoe UI" panose="020B0502040204020203" pitchFamily="34" charset="0"/>
            </a:endParaRPr>
          </a:p>
        </p:txBody>
      </p:sp>
      <p:sp>
        <p:nvSpPr>
          <p:cNvPr id="2" name="內容版面配置區 1">
            <a:extLst>
              <a:ext uri="{FF2B5EF4-FFF2-40B4-BE49-F238E27FC236}">
                <a16:creationId xmlns:a16="http://schemas.microsoft.com/office/drawing/2014/main" id="{3242B3FE-FA1F-3D11-6B1E-8CC75C1DC6FA}"/>
              </a:ext>
            </a:extLst>
          </p:cNvPr>
          <p:cNvSpPr>
            <a:spLocks noGrp="1"/>
          </p:cNvSpPr>
          <p:nvPr>
            <p:ph idx="10"/>
          </p:nvPr>
        </p:nvSpPr>
        <p:spPr/>
        <p:txBody>
          <a:bodyPr/>
          <a:lstStyle/>
          <a:p>
            <a:endParaRPr lang="zh-TW" altLang="en-US"/>
          </a:p>
        </p:txBody>
      </p:sp>
    </p:spTree>
    <p:extLst>
      <p:ext uri="{BB962C8B-B14F-4D97-AF65-F5344CB8AC3E}">
        <p14:creationId xmlns:p14="http://schemas.microsoft.com/office/powerpoint/2010/main" val="1165647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B0FD-888D-5E47-9C5C-157A17F4E9E9}"/>
              </a:ext>
            </a:extLst>
          </p:cNvPr>
          <p:cNvSpPr>
            <a:spLocks noGrp="1"/>
          </p:cNvSpPr>
          <p:nvPr>
            <p:ph type="title"/>
          </p:nvPr>
        </p:nvSpPr>
        <p:spPr/>
        <p:txBody>
          <a:bodyPr/>
          <a:lstStyle/>
          <a:p>
            <a:endParaRPr lang="en-TW" dirty="0"/>
          </a:p>
        </p:txBody>
      </p:sp>
    </p:spTree>
    <p:extLst>
      <p:ext uri="{BB962C8B-B14F-4D97-AF65-F5344CB8AC3E}">
        <p14:creationId xmlns:p14="http://schemas.microsoft.com/office/powerpoint/2010/main" val="83354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A5F-7BDF-F344-9780-F443744624FC}"/>
              </a:ext>
            </a:extLst>
          </p:cNvPr>
          <p:cNvSpPr>
            <a:spLocks noGrp="1"/>
          </p:cNvSpPr>
          <p:nvPr>
            <p:ph type="title"/>
          </p:nvPr>
        </p:nvSpPr>
        <p:spPr/>
        <p:txBody>
          <a:bodyPr/>
          <a:lstStyle/>
          <a:p>
            <a:r>
              <a:rPr lang="en-US" dirty="0"/>
              <a:t>Heading</a:t>
            </a:r>
            <a:endParaRPr lang="en-TW" dirty="0"/>
          </a:p>
        </p:txBody>
      </p:sp>
    </p:spTree>
    <p:extLst>
      <p:ext uri="{BB962C8B-B14F-4D97-AF65-F5344CB8AC3E}">
        <p14:creationId xmlns:p14="http://schemas.microsoft.com/office/powerpoint/2010/main" val="477059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8">
            <a:extLst>
              <a:ext uri="{FF2B5EF4-FFF2-40B4-BE49-F238E27FC236}">
                <a16:creationId xmlns:a16="http://schemas.microsoft.com/office/drawing/2014/main" id="{197EBB97-BB64-DD4E-8ED9-BEC008B985A4}"/>
              </a:ext>
            </a:extLst>
          </p:cNvPr>
          <p:cNvGraphicFramePr>
            <a:graphicFrameLocks noGrp="1"/>
          </p:cNvGraphicFramePr>
          <p:nvPr>
            <p:extLst>
              <p:ext uri="{D42A27DB-BD31-4B8C-83A1-F6EECF244321}">
                <p14:modId xmlns:p14="http://schemas.microsoft.com/office/powerpoint/2010/main" val="228454203"/>
              </p:ext>
            </p:extLst>
          </p:nvPr>
        </p:nvGraphicFramePr>
        <p:xfrm>
          <a:off x="604610" y="1576677"/>
          <a:ext cx="2804938" cy="4671725"/>
        </p:xfrm>
        <a:graphic>
          <a:graphicData uri="http://schemas.openxmlformats.org/drawingml/2006/table">
            <a:tbl>
              <a:tblPr firstRow="1" bandRow="1">
                <a:tableStyleId>{B301B821-A1FF-4177-AEE7-76D212191A09}</a:tableStyleId>
              </a:tblPr>
              <a:tblGrid>
                <a:gridCol w="2804938">
                  <a:extLst>
                    <a:ext uri="{9D8B030D-6E8A-4147-A177-3AD203B41FA5}">
                      <a16:colId xmlns:a16="http://schemas.microsoft.com/office/drawing/2014/main" val="236780724"/>
                    </a:ext>
                  </a:extLst>
                </a:gridCol>
              </a:tblGrid>
              <a:tr h="520613">
                <a:tc>
                  <a:txBody>
                    <a:bodyPr/>
                    <a:lstStyle/>
                    <a:p>
                      <a:endParaRPr lang="en-TW" b="0" dirty="0">
                        <a:latin typeface="Segoe UI" panose="020B0502040204020203" pitchFamily="34" charset="0"/>
                        <a:cs typeface="Segoe UI" panose="020B0502040204020203" pitchFamily="34" charset="0"/>
                      </a:endParaRPr>
                    </a:p>
                  </a:txBody>
                  <a:tcPr>
                    <a:lnL w="12700" cmpd="sng">
                      <a:noFill/>
                    </a:lnL>
                    <a:lnR>
                      <a:noFill/>
                    </a:lnR>
                    <a:lnT w="12700" cmpd="sng">
                      <a:noFill/>
                    </a:lnT>
                    <a:lnB w="38100" cap="flat" cmpd="sng" algn="ctr">
                      <a:solidFill>
                        <a:srgbClr val="0D63B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7527927"/>
                  </a:ext>
                </a:extLst>
              </a:tr>
              <a:tr h="431081">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Single RMS Operation Independently</a:t>
                      </a:r>
                    </a:p>
                  </a:txBody>
                  <a:tcPr marL="70195" marR="70195" marT="35097" marB="35097" anchor="ctr">
                    <a:lnL w="12700" cmpd="sng">
                      <a:noFill/>
                    </a:lnL>
                    <a:lnR>
                      <a:noFill/>
                    </a:lnR>
                    <a:lnT w="38100" cap="flat" cmpd="sng" algn="ctr">
                      <a:solidFill>
                        <a:srgbClr val="0D63B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1799213"/>
                  </a:ext>
                </a:extLst>
              </a:tr>
              <a:tr h="558736">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Permission Control</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3667777767"/>
                  </a:ext>
                </a:extLst>
              </a:tr>
              <a:tr h="431081">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UI and Function Design</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7100925"/>
                  </a:ext>
                </a:extLst>
              </a:tr>
              <a:tr h="558736">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Data sharing</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4000615696"/>
                  </a:ext>
                </a:extLst>
              </a:tr>
              <a:tr h="620527">
                <a:tc>
                  <a:txBody>
                    <a:bodyPr/>
                    <a:lstStyle/>
                    <a:p>
                      <a:pPr algn="l" fontAlgn="ctr"/>
                      <a:r>
                        <a:rPr lang="en-US" sz="12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Master Indices Data </a:t>
                      </a:r>
                      <a:br>
                        <a:rPr lang="en-US" sz="12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br>
                      <a:r>
                        <a:rPr lang="en-US" sz="12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2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Person, Vehicle, Location</a:t>
                      </a:r>
                      <a:r>
                        <a:rPr lang="en-US" sz="12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2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3255446"/>
                  </a:ext>
                </a:extLst>
              </a:tr>
              <a:tr h="431081">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Big Data Analysis</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2300930031"/>
                  </a:ext>
                </a:extLst>
              </a:tr>
              <a:tr h="559935">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Hardware Costs</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3336677"/>
                  </a:ext>
                </a:extLst>
              </a:tr>
              <a:tr h="559935">
                <a:tc>
                  <a:txBody>
                    <a:bodyPr/>
                    <a:lstStyle/>
                    <a:p>
                      <a:pPr algn="l" fontAlgn="ctr"/>
                      <a:r>
                        <a:rPr lang="en-US" sz="12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HR Costs</a:t>
                      </a:r>
                    </a:p>
                  </a:txBody>
                  <a:tcPr marL="70195" marR="70195" marT="35097" marB="35097" anchor="ctr">
                    <a:lnL w="12700" cmpd="sng">
                      <a:noFill/>
                    </a:lnL>
                    <a:lnR>
                      <a:noFill/>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3922802562"/>
                  </a:ext>
                </a:extLst>
              </a:tr>
            </a:tbl>
          </a:graphicData>
        </a:graphic>
      </p:graphicFrame>
      <p:sp>
        <p:nvSpPr>
          <p:cNvPr id="2" name="Title 1">
            <a:extLst>
              <a:ext uri="{FF2B5EF4-FFF2-40B4-BE49-F238E27FC236}">
                <a16:creationId xmlns:a16="http://schemas.microsoft.com/office/drawing/2014/main" id="{F6D03768-1268-6847-B197-E0CADA68920B}"/>
              </a:ext>
            </a:extLst>
          </p:cNvPr>
          <p:cNvSpPr>
            <a:spLocks noGrp="1"/>
          </p:cNvSpPr>
          <p:nvPr>
            <p:ph type="title"/>
          </p:nvPr>
        </p:nvSpPr>
        <p:spPr/>
        <p:txBody>
          <a:bodyPr/>
          <a:lstStyle/>
          <a:p>
            <a:r>
              <a:rPr lang="en-US" altLang="zh-TW" dirty="0"/>
              <a:t>REGIONAL</a:t>
            </a:r>
            <a:r>
              <a:rPr lang="zh-TW" altLang="en-US" dirty="0"/>
              <a:t> </a:t>
            </a:r>
            <a:r>
              <a:rPr lang="en-US" altLang="zh-TW" dirty="0"/>
              <a:t>CONCEPT</a:t>
            </a:r>
            <a:endParaRPr lang="en-TW" dirty="0"/>
          </a:p>
        </p:txBody>
      </p:sp>
      <p:graphicFrame>
        <p:nvGraphicFramePr>
          <p:cNvPr id="3" name="Table 2">
            <a:extLst>
              <a:ext uri="{FF2B5EF4-FFF2-40B4-BE49-F238E27FC236}">
                <a16:creationId xmlns:a16="http://schemas.microsoft.com/office/drawing/2014/main" id="{E429AB0B-34E9-8143-AB96-54B7297AA39D}"/>
              </a:ext>
            </a:extLst>
          </p:cNvPr>
          <p:cNvGraphicFramePr>
            <a:graphicFrameLocks noGrp="1"/>
          </p:cNvGraphicFramePr>
          <p:nvPr>
            <p:extLst>
              <p:ext uri="{D42A27DB-BD31-4B8C-83A1-F6EECF244321}">
                <p14:modId xmlns:p14="http://schemas.microsoft.com/office/powerpoint/2010/main" val="1869312743"/>
              </p:ext>
            </p:extLst>
          </p:nvPr>
        </p:nvGraphicFramePr>
        <p:xfrm>
          <a:off x="3413960" y="1583635"/>
          <a:ext cx="4007658" cy="4664769"/>
        </p:xfrm>
        <a:graphic>
          <a:graphicData uri="http://schemas.openxmlformats.org/drawingml/2006/table">
            <a:tbl>
              <a:tblPr firstRow="1" bandRow="1">
                <a:tableStyleId>{B301B821-A1FF-4177-AEE7-76D212191A09}</a:tableStyleId>
              </a:tblPr>
              <a:tblGrid>
                <a:gridCol w="4007658">
                  <a:extLst>
                    <a:ext uri="{9D8B030D-6E8A-4147-A177-3AD203B41FA5}">
                      <a16:colId xmlns:a16="http://schemas.microsoft.com/office/drawing/2014/main" val="2348745313"/>
                    </a:ext>
                  </a:extLst>
                </a:gridCol>
              </a:tblGrid>
              <a:tr h="505628">
                <a:tc>
                  <a:txBody>
                    <a:bodyPr/>
                    <a:lstStyle/>
                    <a:p>
                      <a:pPr algn="ctr" fontAlgn="ctr"/>
                      <a:r>
                        <a:rPr lang="en-US" sz="1400" b="0" i="0" u="none" strike="noStrike" kern="1200" dirty="0">
                          <a:solidFill>
                            <a:schemeClr val="bg1"/>
                          </a:solidFill>
                          <a:effectLst/>
                          <a:latin typeface="Segoe UI" panose="020B0502040204020203" pitchFamily="34" charset="0"/>
                          <a:ea typeface="Verdana" panose="020B0604030504040204" pitchFamily="34" charset="0"/>
                          <a:cs typeface="Segoe UI" panose="020B0502040204020203" pitchFamily="34" charset="0"/>
                        </a:rPr>
                        <a:t>Single Unit</a:t>
                      </a:r>
                    </a:p>
                  </a:txBody>
                  <a:tcPr marL="70025" marR="70025" marT="35013" marB="35013"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38100" cap="flat" cmpd="sng" algn="ctr">
                      <a:solidFill>
                        <a:srgbClr val="B4B4B4"/>
                      </a:solidFill>
                      <a:prstDash val="solid"/>
                      <a:round/>
                      <a:headEnd type="none" w="med" len="med"/>
                      <a:tailEnd type="none" w="med" len="med"/>
                    </a:lnB>
                    <a:lnTlToBr w="12700" cmpd="sng">
                      <a:noFill/>
                      <a:prstDash val="solid"/>
                    </a:lnTlToBr>
                    <a:lnBlToTr w="12700" cmpd="sng">
                      <a:noFill/>
                      <a:prstDash val="solid"/>
                    </a:lnBlToTr>
                    <a:solidFill>
                      <a:srgbClr val="B4B4B4"/>
                    </a:solidFill>
                  </a:tcPr>
                </a:tc>
                <a:extLst>
                  <a:ext uri="{0D108BD9-81ED-4DB2-BD59-A6C34878D82A}">
                    <a16:rowId xmlns:a16="http://schemas.microsoft.com/office/drawing/2014/main" val="4103414442"/>
                  </a:ext>
                </a:extLst>
              </a:tr>
              <a:tr h="430414">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Yes</a:t>
                      </a:r>
                    </a:p>
                  </a:txBody>
                  <a:tcPr marL="70025" marR="70025" marT="35013" marB="35013"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38100" cap="flat" cmpd="sng" algn="ctr">
                      <a:solidFill>
                        <a:srgbClr val="B4B4B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613092"/>
                  </a:ext>
                </a:extLst>
              </a:tr>
              <a:tr h="557871">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Single RMS internal permission setup</a:t>
                      </a: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3856115635"/>
                  </a:ext>
                </a:extLst>
              </a:tr>
              <a:tr h="430414">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N/A</a:t>
                      </a: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4190199"/>
                  </a:ext>
                </a:extLst>
              </a:tr>
              <a:tr h="557871">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Higher cost </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share by interface</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75000"/>
                        <a:lumOff val="25000"/>
                        <a:alpha val="10000"/>
                      </a:schemeClr>
                    </a:solidFill>
                  </a:tcPr>
                </a:tc>
                <a:extLst>
                  <a:ext uri="{0D108BD9-81ED-4DB2-BD59-A6C34878D82A}">
                    <a16:rowId xmlns:a16="http://schemas.microsoft.com/office/drawing/2014/main" val="115080753"/>
                  </a:ext>
                </a:extLst>
              </a:tr>
              <a:tr h="602667">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Updating data between systems via a point-to-point interface; more costly</a:t>
                      </a: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14380316"/>
                  </a:ext>
                </a:extLst>
              </a:tr>
              <a:tr h="430414">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Lesser benefit </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collecting data from single agency</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50000"/>
                        <a:lumOff val="50000"/>
                        <a:alpha val="10000"/>
                      </a:schemeClr>
                    </a:solidFill>
                  </a:tcPr>
                </a:tc>
                <a:extLst>
                  <a:ext uri="{0D108BD9-81ED-4DB2-BD59-A6C34878D82A}">
                    <a16:rowId xmlns:a16="http://schemas.microsoft.com/office/drawing/2014/main" val="2951239187"/>
                  </a:ext>
                </a:extLst>
              </a:tr>
              <a:tr h="574745">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Higher cost </a:t>
                      </a:r>
                      <a:b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b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one set of hardware system for one agency</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2400986"/>
                  </a:ext>
                </a:extLst>
              </a:tr>
              <a:tr h="574745">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Higher cost </a:t>
                      </a:r>
                      <a:b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b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one IT department for one agency</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9135" marR="69135" marT="34568" marB="34568"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ap="flat" cmpd="sng" algn="ctr">
                      <a:solidFill>
                        <a:srgbClr val="E7E6E6"/>
                      </a:solidFill>
                      <a:prstDash val="solid"/>
                      <a:round/>
                      <a:headEnd type="none" w="med" len="med"/>
                      <a:tailEnd type="none" w="med" len="med"/>
                    </a:lnB>
                    <a:lnTlToBr w="12700" cmpd="sng">
                      <a:noFill/>
                      <a:prstDash val="solid"/>
                    </a:lnTlToBr>
                    <a:lnBlToTr w="12700" cmpd="sng">
                      <a:noFill/>
                      <a:prstDash val="solid"/>
                    </a:lnBlToTr>
                    <a:solidFill>
                      <a:srgbClr val="3F3F3F">
                        <a:alpha val="10000"/>
                      </a:srgbClr>
                    </a:solidFill>
                  </a:tcPr>
                </a:tc>
                <a:extLst>
                  <a:ext uri="{0D108BD9-81ED-4DB2-BD59-A6C34878D82A}">
                    <a16:rowId xmlns:a16="http://schemas.microsoft.com/office/drawing/2014/main" val="2918841205"/>
                  </a:ext>
                </a:extLst>
              </a:tr>
            </a:tbl>
          </a:graphicData>
        </a:graphic>
      </p:graphicFrame>
      <p:graphicFrame>
        <p:nvGraphicFramePr>
          <p:cNvPr id="5" name="Table 4">
            <a:extLst>
              <a:ext uri="{FF2B5EF4-FFF2-40B4-BE49-F238E27FC236}">
                <a16:creationId xmlns:a16="http://schemas.microsoft.com/office/drawing/2014/main" id="{0F6CBF2F-73C8-5243-A976-E4CF48BC9F29}"/>
              </a:ext>
            </a:extLst>
          </p:cNvPr>
          <p:cNvGraphicFramePr>
            <a:graphicFrameLocks noGrp="1"/>
          </p:cNvGraphicFramePr>
          <p:nvPr>
            <p:extLst>
              <p:ext uri="{D42A27DB-BD31-4B8C-83A1-F6EECF244321}">
                <p14:modId xmlns:p14="http://schemas.microsoft.com/office/powerpoint/2010/main" val="2073016846"/>
              </p:ext>
            </p:extLst>
          </p:nvPr>
        </p:nvGraphicFramePr>
        <p:xfrm>
          <a:off x="7426030" y="1583634"/>
          <a:ext cx="4239506" cy="4664768"/>
        </p:xfrm>
        <a:graphic>
          <a:graphicData uri="http://schemas.openxmlformats.org/drawingml/2006/table">
            <a:tbl>
              <a:tblPr firstRow="1" bandRow="1">
                <a:tableStyleId>{B301B821-A1FF-4177-AEE7-76D212191A09}</a:tableStyleId>
              </a:tblPr>
              <a:tblGrid>
                <a:gridCol w="4239506">
                  <a:extLst>
                    <a:ext uri="{9D8B030D-6E8A-4147-A177-3AD203B41FA5}">
                      <a16:colId xmlns:a16="http://schemas.microsoft.com/office/drawing/2014/main" val="27033840"/>
                    </a:ext>
                  </a:extLst>
                </a:gridCol>
              </a:tblGrid>
              <a:tr h="502524">
                <a:tc>
                  <a:txBody>
                    <a:bodyPr/>
                    <a:lstStyle/>
                    <a:p>
                      <a:pPr algn="ctr" fontAlgn="ctr"/>
                      <a:r>
                        <a:rPr lang="en-US" sz="1400" b="0" i="0" u="none" strike="noStrike" dirty="0">
                          <a:solidFill>
                            <a:schemeClr val="bg1"/>
                          </a:solidFill>
                          <a:effectLst/>
                          <a:latin typeface="Segoe UI" panose="020B0502040204020203" pitchFamily="34" charset="0"/>
                          <a:ea typeface="Verdana" panose="020B0604030504040204" pitchFamily="34" charset="0"/>
                          <a:cs typeface="Segoe UI" panose="020B0502040204020203" pitchFamily="34" charset="0"/>
                        </a:rPr>
                        <a:t>Regional </a:t>
                      </a:r>
                      <a:r>
                        <a:rPr lang="en-US" sz="1400" b="0" i="0" u="none" strike="noStrike" dirty="0">
                          <a:solidFill>
                            <a:schemeClr val="bg1"/>
                          </a:solidFill>
                          <a:effectLst/>
                          <a:latin typeface="+mn-lt"/>
                          <a:ea typeface="Verdana" panose="020B0604030504040204" pitchFamily="34" charset="0"/>
                          <a:cs typeface="Segoe UI" panose="020B0502040204020203" pitchFamily="34" charset="0"/>
                        </a:rPr>
                        <a:t>(</a:t>
                      </a:r>
                      <a:r>
                        <a:rPr lang="en-US" sz="1400" b="0" i="0" u="none" strike="noStrike" dirty="0" err="1">
                          <a:solidFill>
                            <a:schemeClr val="bg1"/>
                          </a:solidFill>
                          <a:effectLst/>
                          <a:latin typeface="Segoe UI" panose="020B0502040204020203" pitchFamily="34" charset="0"/>
                          <a:ea typeface="Verdana" panose="020B0604030504040204" pitchFamily="34" charset="0"/>
                          <a:cs typeface="Segoe UI" panose="020B0502040204020203" pitchFamily="34" charset="0"/>
                        </a:rPr>
                        <a:t>InfoShare</a:t>
                      </a:r>
                      <a:r>
                        <a:rPr lang="en-US" sz="1400" b="0" i="0" u="none" strike="noStrike" dirty="0">
                          <a:solidFill>
                            <a:schemeClr val="bg1"/>
                          </a:solidFill>
                          <a:effectLst/>
                          <a:latin typeface="+mn-lt"/>
                          <a:ea typeface="Verdana" panose="020B0604030504040204" pitchFamily="34" charset="0"/>
                          <a:cs typeface="Segoe UI" panose="020B0502040204020203" pitchFamily="34" charset="0"/>
                        </a:rPr>
                        <a:t>)</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38100" cap="flat" cmpd="sng" algn="ctr">
                      <a:solidFill>
                        <a:srgbClr val="0D63BA"/>
                      </a:solidFill>
                      <a:prstDash val="solid"/>
                      <a:round/>
                      <a:headEnd type="none" w="med" len="med"/>
                      <a:tailEnd type="none" w="med" len="med"/>
                    </a:lnB>
                    <a:lnTlToBr w="12700" cmpd="sng">
                      <a:noFill/>
                      <a:prstDash val="solid"/>
                    </a:lnTlToBr>
                    <a:lnBlToTr w="12700" cmpd="sng">
                      <a:noFill/>
                      <a:prstDash val="solid"/>
                    </a:lnBlToTr>
                    <a:solidFill>
                      <a:srgbClr val="0D63BA"/>
                    </a:solidFill>
                  </a:tcPr>
                </a:tc>
                <a:extLst>
                  <a:ext uri="{0D108BD9-81ED-4DB2-BD59-A6C34878D82A}">
                    <a16:rowId xmlns:a16="http://schemas.microsoft.com/office/drawing/2014/main" val="184741574"/>
                  </a:ext>
                </a:extLst>
              </a:tr>
              <a:tr h="427770">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Yes</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38100" cap="flat" cmpd="sng" algn="ctr">
                      <a:solidFill>
                        <a:srgbClr val="0D63B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24415321"/>
                  </a:ext>
                </a:extLst>
              </a:tr>
              <a:tr h="569992">
                <a:tc>
                  <a:txBody>
                    <a:bodyPr/>
                    <a:lstStyle/>
                    <a:p>
                      <a:pPr algn="ctr" fontAlgn="ctr"/>
                      <a:r>
                        <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Cross-Region RMS permission control by agencies at different levels</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D63BA">
                        <a:alpha val="10376"/>
                      </a:srgbClr>
                    </a:solidFill>
                  </a:tcPr>
                </a:tc>
                <a:extLst>
                  <a:ext uri="{0D108BD9-81ED-4DB2-BD59-A6C34878D82A}">
                    <a16:rowId xmlns:a16="http://schemas.microsoft.com/office/drawing/2014/main" val="2828425625"/>
                  </a:ext>
                </a:extLst>
              </a:tr>
              <a:tr h="427770">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Customizable UI and function fulfill agencies’ needs</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4085535"/>
                  </a:ext>
                </a:extLst>
              </a:tr>
              <a:tr h="569992">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Central data management, data accessible by permission control</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D63BA">
                        <a:alpha val="10000"/>
                      </a:srgbClr>
                    </a:solidFill>
                  </a:tcPr>
                </a:tc>
                <a:extLst>
                  <a:ext uri="{0D108BD9-81ED-4DB2-BD59-A6C34878D82A}">
                    <a16:rowId xmlns:a16="http://schemas.microsoft.com/office/drawing/2014/main" val="722193919"/>
                  </a:ext>
                </a:extLst>
              </a:tr>
              <a:tr h="598966">
                <a:tc>
                  <a:txBody>
                    <a:bodyPr/>
                    <a:lstStyle/>
                    <a:p>
                      <a:pPr algn="ctr" fontAlgn="ctr"/>
                      <a:r>
                        <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Data sharing with all agencies</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4125118"/>
                  </a:ext>
                </a:extLst>
              </a:tr>
              <a:tr h="427770">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More benefit</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 (</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collecting data from all agencies</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D63BA">
                        <a:alpha val="10000"/>
                      </a:srgbClr>
                    </a:solidFill>
                  </a:tcPr>
                </a:tc>
                <a:extLst>
                  <a:ext uri="{0D108BD9-81ED-4DB2-BD59-A6C34878D82A}">
                    <a16:rowId xmlns:a16="http://schemas.microsoft.com/office/drawing/2014/main" val="822249291"/>
                  </a:ext>
                </a:extLst>
              </a:tr>
              <a:tr h="569992">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Lower cost </a:t>
                      </a:r>
                      <a:b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b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only one set of hardware system for all agencies</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83372873"/>
                  </a:ext>
                </a:extLst>
              </a:tr>
              <a:tr h="569992">
                <a:tc>
                  <a:txBody>
                    <a:bodyPr/>
                    <a:lstStyle/>
                    <a:p>
                      <a:pPr algn="ctr" fontAlgn="ct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Lower cost</a:t>
                      </a:r>
                      <a:b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b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r>
                        <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only one IT department </a:t>
                      </a:r>
                      <a:r>
                        <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rPr>
                        <a:t>to maintain</a:t>
                      </a:r>
                      <a:r>
                        <a:rPr lang="en-US" sz="1100" b="0" i="0" u="none" strike="noStrike" dirty="0">
                          <a:solidFill>
                            <a:schemeClr val="tx1"/>
                          </a:solidFill>
                          <a:effectLst/>
                          <a:latin typeface="+mn-lt"/>
                          <a:ea typeface="Verdana" panose="020B0604030504040204" pitchFamily="34" charset="0"/>
                          <a:cs typeface="Segoe UI" panose="020B0502040204020203" pitchFamily="34" charset="0"/>
                        </a:rPr>
                        <a:t>)</a:t>
                      </a: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mpd="sng">
                      <a:noFill/>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0D63BA">
                        <a:alpha val="10000"/>
                      </a:srgbClr>
                    </a:solidFill>
                  </a:tcPr>
                </a:tc>
                <a:extLst>
                  <a:ext uri="{0D108BD9-81ED-4DB2-BD59-A6C34878D82A}">
                    <a16:rowId xmlns:a16="http://schemas.microsoft.com/office/drawing/2014/main" val="3979215367"/>
                  </a:ext>
                </a:extLst>
              </a:tr>
            </a:tbl>
          </a:graphicData>
        </a:graphic>
      </p:graphicFrame>
    </p:spTree>
    <p:extLst>
      <p:ext uri="{BB962C8B-B14F-4D97-AF65-F5344CB8AC3E}">
        <p14:creationId xmlns:p14="http://schemas.microsoft.com/office/powerpoint/2010/main" val="3190552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3ED9-B012-294E-993B-A5BDC21EA515}"/>
              </a:ext>
            </a:extLst>
          </p:cNvPr>
          <p:cNvSpPr>
            <a:spLocks noGrp="1"/>
          </p:cNvSpPr>
          <p:nvPr>
            <p:ph type="title"/>
          </p:nvPr>
        </p:nvSpPr>
        <p:spPr/>
        <p:txBody>
          <a:bodyPr/>
          <a:lstStyle/>
          <a:p>
            <a:r>
              <a:rPr lang="en-US" altLang="zh-TW" dirty="0"/>
              <a:t>STANDARD</a:t>
            </a:r>
            <a:r>
              <a:rPr lang="zh-TW" altLang="en-US" dirty="0"/>
              <a:t> </a:t>
            </a:r>
            <a:r>
              <a:rPr lang="en-US" altLang="zh-TW" dirty="0"/>
              <a:t>TABLE</a:t>
            </a:r>
            <a:endParaRPr lang="en-TW" dirty="0"/>
          </a:p>
        </p:txBody>
      </p:sp>
      <p:graphicFrame>
        <p:nvGraphicFramePr>
          <p:cNvPr id="3" name="Table 2">
            <a:extLst>
              <a:ext uri="{FF2B5EF4-FFF2-40B4-BE49-F238E27FC236}">
                <a16:creationId xmlns:a16="http://schemas.microsoft.com/office/drawing/2014/main" id="{D478E344-4C87-CF45-A4BA-D4B2B1C4ECAB}"/>
              </a:ext>
            </a:extLst>
          </p:cNvPr>
          <p:cNvGraphicFramePr>
            <a:graphicFrameLocks noGrp="1"/>
          </p:cNvGraphicFramePr>
          <p:nvPr>
            <p:extLst>
              <p:ext uri="{D42A27DB-BD31-4B8C-83A1-F6EECF244321}">
                <p14:modId xmlns:p14="http://schemas.microsoft.com/office/powerpoint/2010/main" val="813033034"/>
              </p:ext>
            </p:extLst>
          </p:nvPr>
        </p:nvGraphicFramePr>
        <p:xfrm>
          <a:off x="838200" y="1583635"/>
          <a:ext cx="10515600" cy="4664763"/>
        </p:xfrm>
        <a:graphic>
          <a:graphicData uri="http://schemas.openxmlformats.org/drawingml/2006/table">
            <a:tbl>
              <a:tblPr firstRow="1" bandRow="1">
                <a:tableStyleId>{B301B821-A1FF-4177-AEE7-76D212191A09}</a:tableStyleId>
              </a:tblPr>
              <a:tblGrid>
                <a:gridCol w="2628900">
                  <a:extLst>
                    <a:ext uri="{9D8B030D-6E8A-4147-A177-3AD203B41FA5}">
                      <a16:colId xmlns:a16="http://schemas.microsoft.com/office/drawing/2014/main" val="27033840"/>
                    </a:ext>
                  </a:extLst>
                </a:gridCol>
                <a:gridCol w="2628900">
                  <a:extLst>
                    <a:ext uri="{9D8B030D-6E8A-4147-A177-3AD203B41FA5}">
                      <a16:colId xmlns:a16="http://schemas.microsoft.com/office/drawing/2014/main" val="1142754963"/>
                    </a:ext>
                  </a:extLst>
                </a:gridCol>
                <a:gridCol w="2628900">
                  <a:extLst>
                    <a:ext uri="{9D8B030D-6E8A-4147-A177-3AD203B41FA5}">
                      <a16:colId xmlns:a16="http://schemas.microsoft.com/office/drawing/2014/main" val="2145693894"/>
                    </a:ext>
                  </a:extLst>
                </a:gridCol>
                <a:gridCol w="2628900">
                  <a:extLst>
                    <a:ext uri="{9D8B030D-6E8A-4147-A177-3AD203B41FA5}">
                      <a16:colId xmlns:a16="http://schemas.microsoft.com/office/drawing/2014/main" val="3159699613"/>
                    </a:ext>
                  </a:extLst>
                </a:gridCol>
              </a:tblGrid>
              <a:tr h="518307">
                <a:tc>
                  <a:txBody>
                    <a:bodyPr/>
                    <a:lstStyle/>
                    <a:p>
                      <a:pPr algn="ctr" fontAlgn="ctr"/>
                      <a:endParaRPr lang="en-US" sz="1400" b="0" i="0" u="none" strike="noStrike" dirty="0">
                        <a:solidFill>
                          <a:schemeClr val="bg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D63BA"/>
                    </a:solidFill>
                  </a:tcPr>
                </a:tc>
                <a:tc>
                  <a:txBody>
                    <a:bodyPr/>
                    <a:lstStyle/>
                    <a:p>
                      <a:pPr algn="ctr" fontAlgn="ctr"/>
                      <a:endParaRPr lang="en-US" sz="1400" b="0" i="0" u="none" strike="noStrike" dirty="0">
                        <a:solidFill>
                          <a:schemeClr val="bg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D63BA"/>
                    </a:solidFill>
                  </a:tcPr>
                </a:tc>
                <a:tc>
                  <a:txBody>
                    <a:bodyPr/>
                    <a:lstStyle/>
                    <a:p>
                      <a:pPr algn="ctr" fontAlgn="ctr"/>
                      <a:endParaRPr lang="en-US" sz="1400" b="0" i="0" u="none" strike="noStrike" dirty="0">
                        <a:solidFill>
                          <a:schemeClr val="bg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D63BA"/>
                    </a:solidFill>
                  </a:tcPr>
                </a:tc>
                <a:tc>
                  <a:txBody>
                    <a:bodyPr/>
                    <a:lstStyle/>
                    <a:p>
                      <a:pPr algn="ctr" fontAlgn="ctr"/>
                      <a:endParaRPr lang="en-US" sz="1400" b="0" i="0" u="none" strike="noStrike" dirty="0">
                        <a:solidFill>
                          <a:schemeClr val="bg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D63BA"/>
                    </a:solidFill>
                  </a:tcPr>
                </a:tc>
                <a:extLst>
                  <a:ext uri="{0D108BD9-81ED-4DB2-BD59-A6C34878D82A}">
                    <a16:rowId xmlns:a16="http://schemas.microsoft.com/office/drawing/2014/main" val="184741574"/>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24415321"/>
                  </a:ext>
                </a:extLst>
              </a:tr>
              <a:tr h="518307">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50000"/>
                        <a:lumOff val="50000"/>
                        <a:alpha val="10376"/>
                      </a:schemeClr>
                    </a:solid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50000"/>
                        <a:lumOff val="50000"/>
                        <a:alpha val="10376"/>
                      </a:schemeClr>
                    </a:solid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50000"/>
                        <a:lumOff val="50000"/>
                        <a:alpha val="10376"/>
                      </a:schemeClr>
                    </a:solid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50000"/>
                        <a:lumOff val="50000"/>
                        <a:alpha val="10376"/>
                      </a:schemeClr>
                    </a:solidFill>
                  </a:tcPr>
                </a:tc>
                <a:extLst>
                  <a:ext uri="{0D108BD9-81ED-4DB2-BD59-A6C34878D82A}">
                    <a16:rowId xmlns:a16="http://schemas.microsoft.com/office/drawing/2014/main" val="2828425625"/>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4085535"/>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extLst>
                  <a:ext uri="{0D108BD9-81ED-4DB2-BD59-A6C34878D82A}">
                    <a16:rowId xmlns:a16="http://schemas.microsoft.com/office/drawing/2014/main" val="722193919"/>
                  </a:ext>
                </a:extLst>
              </a:tr>
              <a:tr h="518307">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kern="1200"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4125118"/>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extLst>
                  <a:ext uri="{0D108BD9-81ED-4DB2-BD59-A6C34878D82A}">
                    <a16:rowId xmlns:a16="http://schemas.microsoft.com/office/drawing/2014/main" val="822249291"/>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83372873"/>
                  </a:ext>
                </a:extLst>
              </a:tr>
              <a:tr h="518307">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no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tc>
                  <a:txBody>
                    <a:bodyPr/>
                    <a:lstStyle/>
                    <a:p>
                      <a:pPr algn="ctr" fontAlgn="ctr"/>
                      <a:endParaRPr lang="en-US" sz="1100" b="0" i="0" u="none" strike="noStrike" dirty="0">
                        <a:solidFill>
                          <a:schemeClr val="tx1"/>
                        </a:solidFill>
                        <a:effectLst/>
                        <a:latin typeface="Segoe UI" panose="020B0502040204020203" pitchFamily="34" charset="0"/>
                        <a:ea typeface="Verdana" panose="020B0604030504040204" pitchFamily="34" charset="0"/>
                        <a:cs typeface="Segoe UI" panose="020B0502040204020203" pitchFamily="34" charset="0"/>
                      </a:endParaRPr>
                    </a:p>
                  </a:txBody>
                  <a:tcPr marL="68269" marR="68269" marT="34135" marB="34135" anchor="ctr">
                    <a:lnL w="12700" cap="flat" cmpd="sng" algn="ctr">
                      <a:solidFill>
                        <a:srgbClr val="E7E6E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B4B4B4">
                        <a:alpha val="10000"/>
                      </a:srgbClr>
                    </a:solidFill>
                  </a:tcPr>
                </a:tc>
                <a:extLst>
                  <a:ext uri="{0D108BD9-81ED-4DB2-BD59-A6C34878D82A}">
                    <a16:rowId xmlns:a16="http://schemas.microsoft.com/office/drawing/2014/main" val="3979215367"/>
                  </a:ext>
                </a:extLst>
              </a:tr>
            </a:tbl>
          </a:graphicData>
        </a:graphic>
      </p:graphicFrame>
    </p:spTree>
    <p:extLst>
      <p:ext uri="{BB962C8B-B14F-4D97-AF65-F5344CB8AC3E}">
        <p14:creationId xmlns:p14="http://schemas.microsoft.com/office/powerpoint/2010/main" val="1622501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2A9509F-8005-4646-8643-EFDBE0F479FD}"/>
              </a:ext>
            </a:extLst>
          </p:cNvPr>
          <p:cNvSpPr>
            <a:spLocks noGrp="1"/>
          </p:cNvSpPr>
          <p:nvPr>
            <p:ph type="body" sz="half" idx="2"/>
          </p:nvPr>
        </p:nvSpPr>
        <p:spPr>
          <a:xfrm>
            <a:off x="6053137" y="2514600"/>
            <a:ext cx="5129213" cy="3311768"/>
          </a:xfrm>
        </p:spPr>
        <p:txBody>
          <a:bodyPr/>
          <a:lstStyle/>
          <a:p>
            <a:r>
              <a:rPr lang="en-US" dirty="0">
                <a:ea typeface="Verdana" panose="020B0604030504040204" pitchFamily="34" charset="0"/>
              </a:rPr>
              <a:t>A low-code development platform enables developers—and anyone with simple database knowledge—to create applications with minimal coding, exponentially accelerating the development lifecycle. This frees up significant time to focus on responsibilities that really matter. Traditional coding is complex, time-consuming, and not to mention, expensive. In the long run, CSI's low-code proprietary technology significantly lowers training, deployment, modification, and maintenance costs.</a:t>
            </a:r>
          </a:p>
        </p:txBody>
      </p:sp>
      <p:pic>
        <p:nvPicPr>
          <p:cNvPr id="5" name="Picture 4">
            <a:extLst>
              <a:ext uri="{FF2B5EF4-FFF2-40B4-BE49-F238E27FC236}">
                <a16:creationId xmlns:a16="http://schemas.microsoft.com/office/drawing/2014/main" id="{896BFFCE-BE5C-E943-85A1-064CF6F94F14}"/>
              </a:ext>
            </a:extLst>
          </p:cNvPr>
          <p:cNvPicPr>
            <a:picLocks noChangeAspect="1"/>
          </p:cNvPicPr>
          <p:nvPr/>
        </p:nvPicPr>
        <p:blipFill>
          <a:blip r:embed="rId2"/>
          <a:stretch>
            <a:fillRect/>
          </a:stretch>
        </p:blipFill>
        <p:spPr>
          <a:xfrm>
            <a:off x="1082308" y="2896533"/>
            <a:ext cx="4611986" cy="2118684"/>
          </a:xfrm>
          <a:prstGeom prst="rect">
            <a:avLst/>
          </a:prstGeom>
        </p:spPr>
      </p:pic>
      <p:sp>
        <p:nvSpPr>
          <p:cNvPr id="6" name="Title 1">
            <a:extLst>
              <a:ext uri="{FF2B5EF4-FFF2-40B4-BE49-F238E27FC236}">
                <a16:creationId xmlns:a16="http://schemas.microsoft.com/office/drawing/2014/main" id="{CB554777-BFAE-AF4E-B7D6-77C7964D339C}"/>
              </a:ext>
            </a:extLst>
          </p:cNvPr>
          <p:cNvSpPr txBox="1">
            <a:spLocks/>
          </p:cNvSpPr>
          <p:nvPr/>
        </p:nvSpPr>
        <p:spPr>
          <a:xfrm>
            <a:off x="990600" y="508359"/>
            <a:ext cx="10515600" cy="6461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b="1" kern="1200">
                <a:solidFill>
                  <a:srgbClr val="0D63BA"/>
                </a:solidFill>
                <a:latin typeface="Open Sans" panose="020B0606030504020204" pitchFamily="34" charset="0"/>
                <a:ea typeface="Open Sans" panose="020B0606030504020204" pitchFamily="34" charset="0"/>
                <a:cs typeface="Open Sans" panose="020B0606030504020204" pitchFamily="34" charset="0"/>
              </a:defRPr>
            </a:lvl1pPr>
          </a:lstStyle>
          <a:p>
            <a:r>
              <a:rPr lang="en-US" altLang="zh-TW" dirty="0">
                <a:latin typeface="Segoe UI" panose="020B0502040204020203" pitchFamily="34" charset="0"/>
                <a:cs typeface="Segoe UI" panose="020B0502040204020203" pitchFamily="34" charset="0"/>
              </a:rPr>
              <a:t>LOW-CODE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DEVELOPMENT</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PLATFORM</a:t>
            </a:r>
            <a:endParaRPr lang="en-TW"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71331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6F8A2E3-BF2B-334E-86DB-739CAC89CE5E}"/>
              </a:ext>
            </a:extLst>
          </p:cNvPr>
          <p:cNvSpPr>
            <a:spLocks noGrp="1"/>
          </p:cNvSpPr>
          <p:nvPr>
            <p:ph type="body" sz="half" idx="2"/>
          </p:nvPr>
        </p:nvSpPr>
        <p:spPr>
          <a:xfrm>
            <a:off x="1147583" y="1926665"/>
            <a:ext cx="5593988" cy="443320"/>
          </a:xfrm>
        </p:spPr>
        <p:txBody>
          <a:bodyPr/>
          <a:lstStyle/>
          <a:p>
            <a:r>
              <a:rPr lang="en-US" altLang="zh-TW" dirty="0"/>
              <a:t>Regional System</a:t>
            </a:r>
          </a:p>
        </p:txBody>
      </p:sp>
      <p:sp>
        <p:nvSpPr>
          <p:cNvPr id="5" name="Text Placeholder 4">
            <a:extLst>
              <a:ext uri="{FF2B5EF4-FFF2-40B4-BE49-F238E27FC236}">
                <a16:creationId xmlns:a16="http://schemas.microsoft.com/office/drawing/2014/main" id="{573478E7-4936-554F-8714-502A05A14756}"/>
              </a:ext>
            </a:extLst>
          </p:cNvPr>
          <p:cNvSpPr>
            <a:spLocks noGrp="1"/>
          </p:cNvSpPr>
          <p:nvPr>
            <p:ph type="body" sz="half" idx="10"/>
          </p:nvPr>
        </p:nvSpPr>
        <p:spPr>
          <a:xfrm>
            <a:off x="1147583" y="2369985"/>
            <a:ext cx="5593988" cy="1141289"/>
          </a:xfrm>
        </p:spPr>
        <p:txBody>
          <a:bodyPr/>
          <a:lstStyle/>
          <a:p>
            <a:pPr>
              <a:lnSpc>
                <a:spcPts val="2460"/>
              </a:lnSpc>
            </a:pPr>
            <a:r>
              <a:rPr lang="en-US" altLang="zh-TW" dirty="0">
                <a:ea typeface="Verdana" panose="020B0604030504040204" pitchFamily="34" charset="0"/>
              </a:rPr>
              <a:t>The Regional Approach with a Local Feel</a:t>
            </a:r>
          </a:p>
          <a:p>
            <a:pPr>
              <a:lnSpc>
                <a:spcPts val="2460"/>
              </a:lnSpc>
            </a:pPr>
            <a:r>
              <a:rPr lang="en-US" altLang="zh-TW" dirty="0">
                <a:ea typeface="Verdana" panose="020B0604030504040204" pitchFamily="34" charset="0"/>
              </a:rPr>
              <a:t>Data be shared, but not lose an agency’s identity in the process</a:t>
            </a:r>
          </a:p>
        </p:txBody>
      </p:sp>
      <p:sp>
        <p:nvSpPr>
          <p:cNvPr id="6" name="Text Placeholder 5">
            <a:extLst>
              <a:ext uri="{FF2B5EF4-FFF2-40B4-BE49-F238E27FC236}">
                <a16:creationId xmlns:a16="http://schemas.microsoft.com/office/drawing/2014/main" id="{65EAA75F-8E0E-4E4C-99CD-E71D796249F4}"/>
              </a:ext>
            </a:extLst>
          </p:cNvPr>
          <p:cNvSpPr>
            <a:spLocks noGrp="1"/>
          </p:cNvSpPr>
          <p:nvPr>
            <p:ph type="body" sz="half" idx="11"/>
          </p:nvPr>
        </p:nvSpPr>
        <p:spPr>
          <a:xfrm>
            <a:off x="1147583" y="3300716"/>
            <a:ext cx="5593988" cy="443320"/>
          </a:xfrm>
        </p:spPr>
        <p:txBody>
          <a:bodyPr/>
          <a:lstStyle/>
          <a:p>
            <a:r>
              <a:rPr lang="en-US" altLang="zh-TW" dirty="0"/>
              <a:t>Platform</a:t>
            </a:r>
          </a:p>
        </p:txBody>
      </p:sp>
      <p:sp>
        <p:nvSpPr>
          <p:cNvPr id="7" name="Text Placeholder 6">
            <a:extLst>
              <a:ext uri="{FF2B5EF4-FFF2-40B4-BE49-F238E27FC236}">
                <a16:creationId xmlns:a16="http://schemas.microsoft.com/office/drawing/2014/main" id="{5C4563E3-D5E1-0F42-92F0-044D53888DBA}"/>
              </a:ext>
            </a:extLst>
          </p:cNvPr>
          <p:cNvSpPr>
            <a:spLocks noGrp="1"/>
          </p:cNvSpPr>
          <p:nvPr>
            <p:ph type="body" sz="half" idx="12"/>
          </p:nvPr>
        </p:nvSpPr>
        <p:spPr>
          <a:xfrm>
            <a:off x="1147583" y="3744036"/>
            <a:ext cx="5593988" cy="1325410"/>
          </a:xfrm>
        </p:spPr>
        <p:txBody>
          <a:bodyPr>
            <a:normAutofit/>
          </a:bodyPr>
          <a:lstStyle/>
          <a:p>
            <a:pPr>
              <a:lnSpc>
                <a:spcPts val="2460"/>
              </a:lnSpc>
            </a:pPr>
            <a:r>
              <a:rPr lang="en-US" altLang="zh-TW" dirty="0"/>
              <a:t>Patented Engine Technology</a:t>
            </a:r>
          </a:p>
          <a:p>
            <a:pPr>
              <a:lnSpc>
                <a:spcPts val="2460"/>
              </a:lnSpc>
            </a:pPr>
            <a:r>
              <a:rPr lang="en-US" altLang="zh-TW" dirty="0"/>
              <a:t>Cost-Effectiveness</a:t>
            </a:r>
          </a:p>
          <a:p>
            <a:r>
              <a:rPr lang="en-US" altLang="zh-TW" dirty="0"/>
              <a:t>Quality Assurance </a:t>
            </a:r>
          </a:p>
        </p:txBody>
      </p:sp>
      <p:sp>
        <p:nvSpPr>
          <p:cNvPr id="8" name="Text Placeholder 7">
            <a:extLst>
              <a:ext uri="{FF2B5EF4-FFF2-40B4-BE49-F238E27FC236}">
                <a16:creationId xmlns:a16="http://schemas.microsoft.com/office/drawing/2014/main" id="{9D297BA8-EFA8-004A-B603-45D174F54FF1}"/>
              </a:ext>
            </a:extLst>
          </p:cNvPr>
          <p:cNvSpPr>
            <a:spLocks noGrp="1"/>
          </p:cNvSpPr>
          <p:nvPr>
            <p:ph type="body" sz="half" idx="13"/>
          </p:nvPr>
        </p:nvSpPr>
        <p:spPr>
          <a:xfrm>
            <a:off x="1510999" y="5069446"/>
            <a:ext cx="5230572" cy="1121658"/>
          </a:xfrm>
        </p:spPr>
        <p:txBody>
          <a:bodyPr>
            <a:noAutofit/>
          </a:bodyPr>
          <a:lstStyle/>
          <a:p>
            <a:pPr>
              <a:lnSpc>
                <a:spcPct val="100000"/>
              </a:lnSpc>
              <a:spcBef>
                <a:spcPts val="600"/>
              </a:spcBef>
            </a:pPr>
            <a:r>
              <a:rPr lang="en-US" altLang="zh-TW" sz="1200" dirty="0">
                <a:solidFill>
                  <a:schemeClr val="bg2">
                    <a:lumMod val="50000"/>
                  </a:schemeClr>
                </a:solidFill>
              </a:rPr>
              <a:t>Standardization</a:t>
            </a:r>
          </a:p>
          <a:p>
            <a:pPr>
              <a:lnSpc>
                <a:spcPct val="100000"/>
              </a:lnSpc>
              <a:spcBef>
                <a:spcPts val="600"/>
              </a:spcBef>
            </a:pPr>
            <a:r>
              <a:rPr lang="en-US" altLang="zh-TW" sz="1200" dirty="0">
                <a:solidFill>
                  <a:schemeClr val="bg2">
                    <a:lumMod val="50000"/>
                  </a:schemeClr>
                </a:solidFill>
              </a:rPr>
              <a:t>Modularization</a:t>
            </a:r>
          </a:p>
          <a:p>
            <a:pPr>
              <a:lnSpc>
                <a:spcPct val="100000"/>
              </a:lnSpc>
              <a:spcBef>
                <a:spcPts val="600"/>
              </a:spcBef>
            </a:pPr>
            <a:r>
              <a:rPr lang="en-US" altLang="zh-TW" sz="1200" dirty="0">
                <a:solidFill>
                  <a:schemeClr val="bg2">
                    <a:lumMod val="50000"/>
                  </a:schemeClr>
                </a:solidFill>
              </a:rPr>
              <a:t>Flexibility</a:t>
            </a:r>
          </a:p>
          <a:p>
            <a:pPr>
              <a:lnSpc>
                <a:spcPct val="100000"/>
              </a:lnSpc>
              <a:spcBef>
                <a:spcPts val="600"/>
              </a:spcBef>
            </a:pPr>
            <a:r>
              <a:rPr lang="en-US" altLang="zh-TW" sz="1200" dirty="0">
                <a:solidFill>
                  <a:schemeClr val="bg2">
                    <a:lumMod val="50000"/>
                  </a:schemeClr>
                </a:solidFill>
              </a:rPr>
              <a:t>Security</a:t>
            </a:r>
          </a:p>
          <a:p>
            <a:pPr>
              <a:lnSpc>
                <a:spcPct val="100000"/>
              </a:lnSpc>
              <a:spcBef>
                <a:spcPts val="600"/>
              </a:spcBef>
            </a:pPr>
            <a:endParaRPr lang="en-TW" sz="1200" dirty="0"/>
          </a:p>
        </p:txBody>
      </p:sp>
      <p:pic>
        <p:nvPicPr>
          <p:cNvPr id="9" name="Picture 2">
            <a:extLst>
              <a:ext uri="{FF2B5EF4-FFF2-40B4-BE49-F238E27FC236}">
                <a16:creationId xmlns:a16="http://schemas.microsoft.com/office/drawing/2014/main" id="{30FEDD5D-5EFE-F944-9366-FD5BD7F8CA1E}"/>
              </a:ext>
            </a:extLst>
          </p:cNvPr>
          <p:cNvPicPr>
            <a:picLocks noChangeAspect="1" noChangeArrowheads="1"/>
          </p:cNvPicPr>
          <p:nvPr/>
        </p:nvPicPr>
        <p:blipFill rotWithShape="1">
          <a:blip r:embed="rId2">
            <a:clrChange>
              <a:clrFrom>
                <a:srgbClr val="FCFCFC"/>
              </a:clrFrom>
              <a:clrTo>
                <a:srgbClr val="FCFCFC">
                  <a:alpha val="0"/>
                </a:srgbClr>
              </a:clrTo>
            </a:clrChange>
            <a:extLst>
              <a:ext uri="{28A0092B-C50C-407E-A947-70E740481C1C}">
                <a14:useLocalDpi xmlns:a14="http://schemas.microsoft.com/office/drawing/2010/main" val="0"/>
              </a:ext>
            </a:extLst>
          </a:blip>
          <a:srcRect t="6673"/>
          <a:stretch/>
        </p:blipFill>
        <p:spPr bwMode="auto">
          <a:xfrm>
            <a:off x="7044170" y="1626955"/>
            <a:ext cx="4295775" cy="4564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itle 1">
            <a:extLst>
              <a:ext uri="{FF2B5EF4-FFF2-40B4-BE49-F238E27FC236}">
                <a16:creationId xmlns:a16="http://schemas.microsoft.com/office/drawing/2014/main" id="{967C2F20-3237-3B4F-898C-3DE2202FB7FD}"/>
              </a:ext>
            </a:extLst>
          </p:cNvPr>
          <p:cNvSpPr txBox="1">
            <a:spLocks/>
          </p:cNvSpPr>
          <p:nvPr/>
        </p:nvSpPr>
        <p:spPr>
          <a:xfrm>
            <a:off x="990600" y="508359"/>
            <a:ext cx="10515600" cy="6461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b="1" kern="1200">
                <a:solidFill>
                  <a:srgbClr val="0D63BA"/>
                </a:solidFill>
                <a:latin typeface="Open Sans" panose="020B0606030504020204" pitchFamily="34" charset="0"/>
                <a:ea typeface="Open Sans" panose="020B0606030504020204" pitchFamily="34" charset="0"/>
                <a:cs typeface="Open Sans" panose="020B0606030504020204" pitchFamily="34" charset="0"/>
              </a:defRPr>
            </a:lvl1pPr>
          </a:lstStyle>
          <a:p>
            <a:r>
              <a:rPr lang="en-US" altLang="zh-TW" dirty="0">
                <a:latin typeface="Segoe UI" panose="020B0502040204020203" pitchFamily="34" charset="0"/>
                <a:cs typeface="Segoe UI" panose="020B0502040204020203" pitchFamily="34" charset="0"/>
              </a:rPr>
              <a:t>ENTERPRISE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GOVERNMENT</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APPLICATION</a:t>
            </a:r>
            <a:endParaRPr lang="en-TW"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9560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2938990-39B5-E04C-9063-D1F320DB6903}"/>
              </a:ext>
            </a:extLst>
          </p:cNvPr>
          <p:cNvSpPr>
            <a:spLocks noGrp="1"/>
          </p:cNvSpPr>
          <p:nvPr>
            <p:ph type="body" sz="half" idx="2"/>
          </p:nvPr>
        </p:nvSpPr>
        <p:spPr>
          <a:xfrm>
            <a:off x="1147583" y="4573521"/>
            <a:ext cx="10034767" cy="1519166"/>
          </a:xfrm>
        </p:spPr>
        <p:txBody>
          <a:bodyPr>
            <a:normAutofit/>
          </a:bodyPr>
          <a:lstStyle/>
          <a:p>
            <a:r>
              <a:rPr lang="id-ID" altLang="en-TW" dirty="0">
                <a:ea typeface="Verdana" panose="020B0604030504040204" pitchFamily="34" charset="0"/>
              </a:rPr>
              <a:t>“</a:t>
            </a:r>
            <a:r>
              <a:rPr lang="en-US" dirty="0" err="1">
                <a:ea typeface="Verdana" panose="020B0604030504040204" pitchFamily="34" charset="0"/>
              </a:rPr>
              <a:t>InfoShare</a:t>
            </a:r>
            <a:r>
              <a:rPr lang="en-US" dirty="0">
                <a:ea typeface="Verdana" panose="020B0604030504040204" pitchFamily="34" charset="0"/>
              </a:rPr>
              <a:t> Engine® is a</a:t>
            </a:r>
            <a:r>
              <a:rPr lang="en-US" dirty="0">
                <a:solidFill>
                  <a:srgbClr val="0D63BA"/>
                </a:solidFill>
                <a:ea typeface="Verdana" panose="020B0604030504040204" pitchFamily="34" charset="0"/>
              </a:rPr>
              <a:t> </a:t>
            </a:r>
            <a:r>
              <a:rPr lang="en-US" u="sng" dirty="0">
                <a:solidFill>
                  <a:srgbClr val="0D63BA"/>
                </a:solidFill>
                <a:ea typeface="Verdana" panose="020B0604030504040204" pitchFamily="34" charset="0"/>
              </a:rPr>
              <a:t>low code development</a:t>
            </a:r>
            <a:r>
              <a:rPr lang="en-US" dirty="0">
                <a:solidFill>
                  <a:srgbClr val="0D63BA"/>
                </a:solidFill>
                <a:ea typeface="Verdana" panose="020B0604030504040204" pitchFamily="34" charset="0"/>
              </a:rPr>
              <a:t> </a:t>
            </a:r>
            <a:r>
              <a:rPr lang="en-US" dirty="0">
                <a:ea typeface="Verdana" panose="020B0604030504040204" pitchFamily="34" charset="0"/>
              </a:rPr>
              <a:t>platform that empowers government application development across multiple categories. Other vendors design and code disparate applications that lack true integration, leading to large overhead expenses, inefficiencies, and additional training down the road. Other complications include high customization costs, limited scalability, and frequent delays. In contrast, CSI’s Engine® can be summarized as high speed, low cost. </a:t>
            </a:r>
            <a:r>
              <a:rPr lang="id-ID" altLang="en-TW" dirty="0">
                <a:ea typeface="Verdana" panose="020B0604030504040204" pitchFamily="34" charset="0"/>
              </a:rPr>
              <a:t> “</a:t>
            </a:r>
          </a:p>
          <a:p>
            <a:endParaRPr lang="en-TW" dirty="0"/>
          </a:p>
        </p:txBody>
      </p:sp>
      <p:pic>
        <p:nvPicPr>
          <p:cNvPr id="5" name="Picture 4">
            <a:extLst>
              <a:ext uri="{FF2B5EF4-FFF2-40B4-BE49-F238E27FC236}">
                <a16:creationId xmlns:a16="http://schemas.microsoft.com/office/drawing/2014/main" id="{C091F01C-D594-3247-AB99-BA0586E30982}"/>
              </a:ext>
            </a:extLst>
          </p:cNvPr>
          <p:cNvPicPr>
            <a:picLocks noChangeAspect="1"/>
          </p:cNvPicPr>
          <p:nvPr/>
        </p:nvPicPr>
        <p:blipFill>
          <a:blip r:embed="rId2"/>
          <a:stretch>
            <a:fillRect/>
          </a:stretch>
        </p:blipFill>
        <p:spPr>
          <a:xfrm>
            <a:off x="2828666" y="1823913"/>
            <a:ext cx="6546574" cy="2504683"/>
          </a:xfrm>
          <a:prstGeom prst="rect">
            <a:avLst/>
          </a:prstGeom>
        </p:spPr>
      </p:pic>
      <p:sp>
        <p:nvSpPr>
          <p:cNvPr id="6" name="Title 1">
            <a:extLst>
              <a:ext uri="{FF2B5EF4-FFF2-40B4-BE49-F238E27FC236}">
                <a16:creationId xmlns:a16="http://schemas.microsoft.com/office/drawing/2014/main" id="{D2EAD8D1-0C1C-294C-BA2A-6A4A350E4952}"/>
              </a:ext>
            </a:extLst>
          </p:cNvPr>
          <p:cNvSpPr txBox="1">
            <a:spLocks/>
          </p:cNvSpPr>
          <p:nvPr/>
        </p:nvSpPr>
        <p:spPr>
          <a:xfrm>
            <a:off x="838200" y="508359"/>
            <a:ext cx="10515600" cy="6461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b="1" kern="1200">
                <a:solidFill>
                  <a:srgbClr val="0D63BA"/>
                </a:solidFill>
                <a:latin typeface="Open Sans" panose="020B0606030504020204" pitchFamily="34" charset="0"/>
                <a:ea typeface="Open Sans" panose="020B0606030504020204" pitchFamily="34" charset="0"/>
                <a:cs typeface="Open Sans" panose="020B0606030504020204" pitchFamily="34" charset="0"/>
              </a:defRPr>
            </a:lvl1pPr>
          </a:lstStyle>
          <a:p>
            <a:r>
              <a:rPr lang="en-US" altLang="zh-TW" dirty="0">
                <a:latin typeface="Segoe UI" panose="020B0502040204020203" pitchFamily="34" charset="0"/>
                <a:cs typeface="Segoe UI" panose="020B0502040204020203" pitchFamily="34" charset="0"/>
              </a:rPr>
              <a:t>SINGLE</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DEVELOPMENT</a:t>
            </a:r>
            <a:r>
              <a:rPr lang="zh-TW" altLang="en-US" dirty="0">
                <a:latin typeface="Segoe UI" panose="020B0502040204020203" pitchFamily="34" charset="0"/>
                <a:cs typeface="Segoe UI" panose="020B0502040204020203" pitchFamily="34" charset="0"/>
              </a:rPr>
              <a:t> </a:t>
            </a:r>
            <a:r>
              <a:rPr lang="en-US" altLang="zh-TW" dirty="0">
                <a:latin typeface="Segoe UI" panose="020B0502040204020203" pitchFamily="34" charset="0"/>
                <a:cs typeface="Segoe UI" panose="020B0502040204020203" pitchFamily="34" charset="0"/>
              </a:rPr>
              <a:t>PLATFORM</a:t>
            </a:r>
            <a:endParaRPr lang="en-TW"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0783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4F73A-4CCE-F347-9D35-474828FD5395}"/>
              </a:ext>
            </a:extLst>
          </p:cNvPr>
          <p:cNvSpPr>
            <a:spLocks noGrp="1"/>
          </p:cNvSpPr>
          <p:nvPr>
            <p:ph type="ctrTitle"/>
          </p:nvPr>
        </p:nvSpPr>
        <p:spPr/>
        <p:txBody>
          <a:bodyPr>
            <a:normAutofit/>
          </a:bodyPr>
          <a:lstStyle/>
          <a:p>
            <a:r>
              <a:rPr lang="en-US" altLang="zh-TW" dirty="0"/>
              <a:t>Thank</a:t>
            </a:r>
            <a:r>
              <a:rPr lang="zh-TW" altLang="en-US" dirty="0"/>
              <a:t> </a:t>
            </a:r>
            <a:r>
              <a:rPr lang="en-US" altLang="zh-TW" dirty="0"/>
              <a:t>you</a:t>
            </a:r>
            <a:endParaRPr lang="en-TW" dirty="0"/>
          </a:p>
        </p:txBody>
      </p:sp>
    </p:spTree>
    <p:extLst>
      <p:ext uri="{BB962C8B-B14F-4D97-AF65-F5344CB8AC3E}">
        <p14:creationId xmlns:p14="http://schemas.microsoft.com/office/powerpoint/2010/main" val="303837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1798</TotalTime>
  <Words>462</Words>
  <Application>Microsoft Macintosh PowerPoint</Application>
  <PresentationFormat>寬螢幕</PresentationFormat>
  <Paragraphs>66</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Arial</vt:lpstr>
      <vt:lpstr>Calibri</vt:lpstr>
      <vt:lpstr>Lato</vt:lpstr>
      <vt:lpstr>Open Sans</vt:lpstr>
      <vt:lpstr>Segoe UI</vt:lpstr>
      <vt:lpstr>Verdana</vt:lpstr>
      <vt:lpstr>Office Theme</vt:lpstr>
      <vt:lpstr>CSI TECHNOLOGY GROUP</vt:lpstr>
      <vt:lpstr>AGENDA</vt:lpstr>
      <vt:lpstr>TECHNICAL ARCHITECTURE &amp; SECURITY</vt:lpstr>
      <vt:lpstr>TECHNICAL ARCHITECTURE &amp; SECURITY</vt:lpstr>
      <vt:lpstr>TECHNICAL ARCHITECTURE &amp; SECURITY</vt:lpstr>
      <vt:lpstr>PowerPoint 簡報</vt:lpstr>
      <vt:lpstr>Heading</vt:lpstr>
      <vt:lpstr>REGIONAL CONCEPT</vt:lpstr>
      <vt:lpstr>STANDARD TABLE</vt:lpstr>
      <vt:lpstr>PowerPoint 簡報</vt:lpstr>
      <vt:lpstr>PowerPoint 簡報</vt:lpstr>
      <vt:lpstr>PowerPoint 簡報</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CSI TECHNOLOGY GROUP</dc:title>
  <dc:creator>Ruby Du</dc:creator>
  <cp:lastModifiedBy>Joyie Tsai</cp:lastModifiedBy>
  <cp:revision>25</cp:revision>
  <dcterms:created xsi:type="dcterms:W3CDTF">2021-10-05T00:23:36Z</dcterms:created>
  <dcterms:modified xsi:type="dcterms:W3CDTF">2026-08-05T06:08:04Z</dcterms:modified>
</cp:coreProperties>
</file>